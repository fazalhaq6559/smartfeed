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702" r:id="rId1"/>
  </p:sldMasterIdLst>
  <p:notesMasterIdLst>
    <p:notesMasterId r:id="rId13"/>
  </p:notesMasterIdLst>
  <p:sldIdLst>
    <p:sldId id="256" r:id="rId2"/>
    <p:sldId id="258" r:id="rId3"/>
    <p:sldId id="340" r:id="rId4"/>
    <p:sldId id="260" r:id="rId5"/>
    <p:sldId id="261" r:id="rId6"/>
    <p:sldId id="266" r:id="rId7"/>
    <p:sldId id="265" r:id="rId8"/>
    <p:sldId id="341" r:id="rId9"/>
    <p:sldId id="268" r:id="rId10"/>
    <p:sldId id="343" r:id="rId11"/>
    <p:sldId id="262" r:id="rId12"/>
  </p:sldIdLst>
  <p:sldSz cx="9144000" cy="5143500" type="screen16x9"/>
  <p:notesSz cx="6858000" cy="9144000"/>
  <p:embeddedFontLst>
    <p:embeddedFont>
      <p:font typeface="Aldrich" panose="020B0604020202020204" charset="0"/>
      <p:regular r:id="rId14"/>
    </p:embeddedFont>
    <p:embeddedFont>
      <p:font typeface="Bai Jamjuree" panose="020B0604020202020204" charset="-34"/>
      <p:regular r:id="rId15"/>
      <p:bold r:id="rId16"/>
      <p:italic r:id="rId17"/>
      <p:boldItalic r:id="rId18"/>
    </p:embeddedFont>
    <p:embeddedFont>
      <p:font typeface="Lexend" panose="020B0604020202020204" charset="0"/>
      <p:regular r:id="rId19"/>
      <p:bold r:id="rId2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6060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20D7DA45-3F49-4043-A594-0F4C44E1D70C}">
  <a:tblStyle styleId="{20D7DA45-3F49-4043-A594-0F4C44E1D70C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8" d="100"/>
          <a:sy n="88" d="100"/>
        </p:scale>
        <p:origin x="1596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font" Target="fonts/font5.fntdata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font" Target="fonts/font7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8" name="Google Shape;2588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89" name="Google Shape;2589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9" name="Google Shape;2609;g127f379f983_0_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10" name="Google Shape;2610;g127f379f983_0_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9" name="Google Shape;2609;g127f379f983_0_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10" name="Google Shape;2610;g127f379f983_0_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00493744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3" name="Google Shape;2683;g127f379f983_0_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84" name="Google Shape;2684;g127f379f983_0_5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5" name="Google Shape;2695;g13e9dbcaf0c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96" name="Google Shape;2696;g13e9dbcaf0c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1" name="Google Shape;2941;g13e437834e8_0_7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42" name="Google Shape;2942;g13e437834e8_0_7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1" name="Google Shape;2921;g127f379f983_0_9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22" name="Google Shape;2922;g127f379f983_0_9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5" name="Google Shape;2695;g13e9dbcaf0c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96" name="Google Shape;2696;g13e9dbcaf0c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4802370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2" name="Google Shape;2992;g12948bcd1fb_0_221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93" name="Google Shape;2993;g12948bcd1fb_0_221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3" name="Google Shape;2683;g127f379f983_0_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84" name="Google Shape;2684;g127f379f983_0_5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3165351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1" name="Google Shape;2761;g12948bcd1fb_0_2296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62" name="Google Shape;2762;g12948bcd1fb_0_2296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oogle Shape;9;p2"/>
          <p:cNvPicPr preferRelativeResize="0"/>
          <p:nvPr/>
        </p:nvPicPr>
        <p:blipFill rotWithShape="1">
          <a:blip r:embed="rId2">
            <a:alphaModFix amt="60000"/>
          </a:blip>
          <a:srcRect t="9" b="9"/>
          <a:stretch/>
        </p:blipFill>
        <p:spPr>
          <a:xfrm>
            <a:off x="0" y="1"/>
            <a:ext cx="9144002" cy="5143499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1248375" y="1541473"/>
            <a:ext cx="6647100" cy="16959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6000">
                <a:latin typeface="Aldrich"/>
                <a:ea typeface="Aldrich"/>
                <a:cs typeface="Aldrich"/>
                <a:sym typeface="Aldrich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1248525" y="3290708"/>
            <a:ext cx="6647100" cy="37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700">
                <a:solidFill>
                  <a:schemeClr val="lt1"/>
                </a:solidFill>
                <a:latin typeface="Bai Jamjuree"/>
                <a:ea typeface="Bai Jamjuree"/>
                <a:cs typeface="Bai Jamjuree"/>
                <a:sym typeface="Bai Jamjuree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pic>
        <p:nvPicPr>
          <p:cNvPr id="12" name="Google Shape;12;p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467701" y="3755650"/>
            <a:ext cx="9353213" cy="268125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3" name="Google Shape;13;p2"/>
          <p:cNvGrpSpPr/>
          <p:nvPr/>
        </p:nvGrpSpPr>
        <p:grpSpPr>
          <a:xfrm>
            <a:off x="391864" y="3545270"/>
            <a:ext cx="289170" cy="284718"/>
            <a:chOff x="426000" y="3302025"/>
            <a:chExt cx="220875" cy="217475"/>
          </a:xfrm>
        </p:grpSpPr>
        <p:sp>
          <p:nvSpPr>
            <p:cNvPr id="14" name="Google Shape;14;p2"/>
            <p:cNvSpPr/>
            <p:nvPr/>
          </p:nvSpPr>
          <p:spPr>
            <a:xfrm>
              <a:off x="426000" y="3425950"/>
              <a:ext cx="214125" cy="93550"/>
            </a:xfrm>
            <a:custGeom>
              <a:avLst/>
              <a:gdLst/>
              <a:ahLst/>
              <a:cxnLst/>
              <a:rect l="l" t="t" r="r" b="b"/>
              <a:pathLst>
                <a:path w="8565" h="3742" extrusionOk="0">
                  <a:moveTo>
                    <a:pt x="1" y="0"/>
                  </a:moveTo>
                  <a:cubicBezTo>
                    <a:pt x="290" y="2141"/>
                    <a:pt x="2122" y="3742"/>
                    <a:pt x="4283" y="3742"/>
                  </a:cubicBezTo>
                  <a:cubicBezTo>
                    <a:pt x="6443" y="3742"/>
                    <a:pt x="8275" y="2141"/>
                    <a:pt x="856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>
              <a:off x="432750" y="3302025"/>
              <a:ext cx="214125" cy="94050"/>
            </a:xfrm>
            <a:custGeom>
              <a:avLst/>
              <a:gdLst/>
              <a:ahLst/>
              <a:cxnLst/>
              <a:rect l="l" t="t" r="r" b="b"/>
              <a:pathLst>
                <a:path w="8565" h="3762" extrusionOk="0">
                  <a:moveTo>
                    <a:pt x="1" y="0"/>
                  </a:moveTo>
                  <a:cubicBezTo>
                    <a:pt x="271" y="2141"/>
                    <a:pt x="2103" y="3761"/>
                    <a:pt x="4283" y="3761"/>
                  </a:cubicBezTo>
                  <a:cubicBezTo>
                    <a:pt x="6443" y="3761"/>
                    <a:pt x="8275" y="2141"/>
                    <a:pt x="856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6" name="Google Shape;16;p2"/>
          <p:cNvGrpSpPr/>
          <p:nvPr/>
        </p:nvGrpSpPr>
        <p:grpSpPr>
          <a:xfrm>
            <a:off x="357713" y="905775"/>
            <a:ext cx="357454" cy="956304"/>
            <a:chOff x="357713" y="600975"/>
            <a:chExt cx="357454" cy="956304"/>
          </a:xfrm>
        </p:grpSpPr>
        <p:sp>
          <p:nvSpPr>
            <p:cNvPr id="17" name="Google Shape;17;p2"/>
            <p:cNvSpPr/>
            <p:nvPr/>
          </p:nvSpPr>
          <p:spPr>
            <a:xfrm>
              <a:off x="357713" y="600975"/>
              <a:ext cx="357454" cy="357454"/>
            </a:xfrm>
            <a:custGeom>
              <a:avLst/>
              <a:gdLst/>
              <a:ahLst/>
              <a:cxnLst/>
              <a:rect l="l" t="t" r="r" b="b"/>
              <a:pathLst>
                <a:path w="6539" h="6539" fill="none" extrusionOk="0">
                  <a:moveTo>
                    <a:pt x="3954" y="367"/>
                  </a:moveTo>
                  <a:cubicBezTo>
                    <a:pt x="5535" y="752"/>
                    <a:pt x="6538" y="2353"/>
                    <a:pt x="6152" y="3954"/>
                  </a:cubicBezTo>
                  <a:cubicBezTo>
                    <a:pt x="5767" y="5535"/>
                    <a:pt x="4166" y="6538"/>
                    <a:pt x="2584" y="6153"/>
                  </a:cubicBezTo>
                  <a:cubicBezTo>
                    <a:pt x="984" y="5767"/>
                    <a:pt x="0" y="4166"/>
                    <a:pt x="366" y="2585"/>
                  </a:cubicBezTo>
                  <a:cubicBezTo>
                    <a:pt x="752" y="984"/>
                    <a:pt x="2353" y="0"/>
                    <a:pt x="3954" y="36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18;p2"/>
            <p:cNvSpPr/>
            <p:nvPr/>
          </p:nvSpPr>
          <p:spPr>
            <a:xfrm>
              <a:off x="374549" y="819196"/>
              <a:ext cx="324765" cy="324765"/>
            </a:xfrm>
            <a:custGeom>
              <a:avLst/>
              <a:gdLst/>
              <a:ahLst/>
              <a:cxnLst/>
              <a:rect l="l" t="t" r="r" b="b"/>
              <a:pathLst>
                <a:path w="5941" h="5941" fill="none" extrusionOk="0">
                  <a:moveTo>
                    <a:pt x="5941" y="2971"/>
                  </a:moveTo>
                  <a:cubicBezTo>
                    <a:pt x="5941" y="4610"/>
                    <a:pt x="4610" y="5941"/>
                    <a:pt x="2971" y="5941"/>
                  </a:cubicBezTo>
                  <a:cubicBezTo>
                    <a:pt x="1331" y="5941"/>
                    <a:pt x="1" y="4610"/>
                    <a:pt x="1" y="2971"/>
                  </a:cubicBezTo>
                  <a:cubicBezTo>
                    <a:pt x="1" y="1331"/>
                    <a:pt x="1331" y="1"/>
                    <a:pt x="2971" y="1"/>
                  </a:cubicBezTo>
                  <a:cubicBezTo>
                    <a:pt x="4610" y="1"/>
                    <a:pt x="5941" y="1331"/>
                    <a:pt x="5941" y="297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19;p2"/>
            <p:cNvSpPr/>
            <p:nvPr/>
          </p:nvSpPr>
          <p:spPr>
            <a:xfrm>
              <a:off x="357713" y="997347"/>
              <a:ext cx="357454" cy="357509"/>
            </a:xfrm>
            <a:custGeom>
              <a:avLst/>
              <a:gdLst/>
              <a:ahLst/>
              <a:cxnLst/>
              <a:rect l="l" t="t" r="r" b="b"/>
              <a:pathLst>
                <a:path w="6539" h="6540" fill="none" extrusionOk="0">
                  <a:moveTo>
                    <a:pt x="3954" y="387"/>
                  </a:moveTo>
                  <a:cubicBezTo>
                    <a:pt x="5555" y="753"/>
                    <a:pt x="6538" y="2354"/>
                    <a:pt x="6152" y="3955"/>
                  </a:cubicBezTo>
                  <a:cubicBezTo>
                    <a:pt x="5767" y="5556"/>
                    <a:pt x="4166" y="6539"/>
                    <a:pt x="2584" y="6153"/>
                  </a:cubicBezTo>
                  <a:cubicBezTo>
                    <a:pt x="984" y="5787"/>
                    <a:pt x="0" y="4186"/>
                    <a:pt x="366" y="2585"/>
                  </a:cubicBezTo>
                  <a:cubicBezTo>
                    <a:pt x="752" y="985"/>
                    <a:pt x="2353" y="1"/>
                    <a:pt x="3954" y="38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20;p2"/>
            <p:cNvSpPr/>
            <p:nvPr/>
          </p:nvSpPr>
          <p:spPr>
            <a:xfrm>
              <a:off x="358751" y="1200863"/>
              <a:ext cx="356416" cy="356416"/>
            </a:xfrm>
            <a:custGeom>
              <a:avLst/>
              <a:gdLst/>
              <a:ahLst/>
              <a:cxnLst/>
              <a:rect l="l" t="t" r="r" b="b"/>
              <a:pathLst>
                <a:path w="6520" h="6520" fill="none" extrusionOk="0">
                  <a:moveTo>
                    <a:pt x="5362" y="1158"/>
                  </a:moveTo>
                  <a:cubicBezTo>
                    <a:pt x="6519" y="2315"/>
                    <a:pt x="6519" y="4186"/>
                    <a:pt x="5362" y="5343"/>
                  </a:cubicBezTo>
                  <a:cubicBezTo>
                    <a:pt x="4186" y="6519"/>
                    <a:pt x="2315" y="6519"/>
                    <a:pt x="1157" y="5343"/>
                  </a:cubicBezTo>
                  <a:cubicBezTo>
                    <a:pt x="0" y="4186"/>
                    <a:pt x="0" y="2315"/>
                    <a:pt x="1157" y="1158"/>
                  </a:cubicBezTo>
                  <a:cubicBezTo>
                    <a:pt x="2315" y="0"/>
                    <a:pt x="4186" y="0"/>
                    <a:pt x="5362" y="1158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1" name="Google Shape;21;p2"/>
          <p:cNvGrpSpPr/>
          <p:nvPr/>
        </p:nvGrpSpPr>
        <p:grpSpPr>
          <a:xfrm>
            <a:off x="5258308" y="722871"/>
            <a:ext cx="793256" cy="182899"/>
            <a:chOff x="2685575" y="2835950"/>
            <a:chExt cx="433000" cy="99825"/>
          </a:xfrm>
        </p:grpSpPr>
        <p:sp>
          <p:nvSpPr>
            <p:cNvPr id="22" name="Google Shape;22;p2"/>
            <p:cNvSpPr/>
            <p:nvPr/>
          </p:nvSpPr>
          <p:spPr>
            <a:xfrm>
              <a:off x="3032250" y="2835950"/>
              <a:ext cx="86325" cy="99825"/>
            </a:xfrm>
            <a:custGeom>
              <a:avLst/>
              <a:gdLst/>
              <a:ahLst/>
              <a:cxnLst/>
              <a:rect l="l" t="t" r="r" b="b"/>
              <a:pathLst>
                <a:path w="3453" h="3993" extrusionOk="0">
                  <a:moveTo>
                    <a:pt x="3453" y="0"/>
                  </a:moveTo>
                  <a:lnTo>
                    <a:pt x="0" y="2006"/>
                  </a:lnTo>
                  <a:lnTo>
                    <a:pt x="3453" y="3993"/>
                  </a:lnTo>
                  <a:lnTo>
                    <a:pt x="3453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23;p2"/>
            <p:cNvSpPr/>
            <p:nvPr/>
          </p:nvSpPr>
          <p:spPr>
            <a:xfrm>
              <a:off x="2917000" y="2835950"/>
              <a:ext cx="85850" cy="99825"/>
            </a:xfrm>
            <a:custGeom>
              <a:avLst/>
              <a:gdLst/>
              <a:ahLst/>
              <a:cxnLst/>
              <a:rect l="l" t="t" r="r" b="b"/>
              <a:pathLst>
                <a:path w="3434" h="3993" extrusionOk="0">
                  <a:moveTo>
                    <a:pt x="3434" y="0"/>
                  </a:moveTo>
                  <a:lnTo>
                    <a:pt x="1" y="2006"/>
                  </a:lnTo>
                  <a:lnTo>
                    <a:pt x="3434" y="3993"/>
                  </a:lnTo>
                  <a:lnTo>
                    <a:pt x="3434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24;p2"/>
            <p:cNvSpPr/>
            <p:nvPr/>
          </p:nvSpPr>
          <p:spPr>
            <a:xfrm>
              <a:off x="2801300" y="2835950"/>
              <a:ext cx="86325" cy="99825"/>
            </a:xfrm>
            <a:custGeom>
              <a:avLst/>
              <a:gdLst/>
              <a:ahLst/>
              <a:cxnLst/>
              <a:rect l="l" t="t" r="r" b="b"/>
              <a:pathLst>
                <a:path w="3453" h="3993" extrusionOk="0">
                  <a:moveTo>
                    <a:pt x="3452" y="0"/>
                  </a:moveTo>
                  <a:lnTo>
                    <a:pt x="0" y="2006"/>
                  </a:lnTo>
                  <a:lnTo>
                    <a:pt x="3452" y="3993"/>
                  </a:lnTo>
                  <a:lnTo>
                    <a:pt x="3452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25;p2"/>
            <p:cNvSpPr/>
            <p:nvPr/>
          </p:nvSpPr>
          <p:spPr>
            <a:xfrm>
              <a:off x="2685575" y="2835950"/>
              <a:ext cx="86325" cy="99825"/>
            </a:xfrm>
            <a:custGeom>
              <a:avLst/>
              <a:gdLst/>
              <a:ahLst/>
              <a:cxnLst/>
              <a:rect l="l" t="t" r="r" b="b"/>
              <a:pathLst>
                <a:path w="3453" h="3993" extrusionOk="0">
                  <a:moveTo>
                    <a:pt x="3453" y="0"/>
                  </a:moveTo>
                  <a:lnTo>
                    <a:pt x="0" y="2006"/>
                  </a:lnTo>
                  <a:lnTo>
                    <a:pt x="3453" y="3993"/>
                  </a:lnTo>
                  <a:lnTo>
                    <a:pt x="3453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6" name="Google Shape;26;p2"/>
          <p:cNvGrpSpPr/>
          <p:nvPr/>
        </p:nvGrpSpPr>
        <p:grpSpPr>
          <a:xfrm>
            <a:off x="1409864" y="-1010428"/>
            <a:ext cx="2019176" cy="2019176"/>
            <a:chOff x="1943325" y="-220375"/>
            <a:chExt cx="1298672" cy="1298672"/>
          </a:xfrm>
        </p:grpSpPr>
        <p:sp>
          <p:nvSpPr>
            <p:cNvPr id="27" name="Google Shape;27;p2"/>
            <p:cNvSpPr/>
            <p:nvPr/>
          </p:nvSpPr>
          <p:spPr>
            <a:xfrm>
              <a:off x="2582255" y="-220375"/>
              <a:ext cx="49" cy="460871"/>
            </a:xfrm>
            <a:custGeom>
              <a:avLst/>
              <a:gdLst/>
              <a:ahLst/>
              <a:cxnLst/>
              <a:rect l="l" t="t" r="r" b="b"/>
              <a:pathLst>
                <a:path w="1" h="9432" fill="none" extrusionOk="0">
                  <a:moveTo>
                    <a:pt x="0" y="0"/>
                  </a:moveTo>
                  <a:lnTo>
                    <a:pt x="0" y="9431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28;p2"/>
            <p:cNvSpPr/>
            <p:nvPr/>
          </p:nvSpPr>
          <p:spPr>
            <a:xfrm>
              <a:off x="2414509" y="-195895"/>
              <a:ext cx="118785" cy="444844"/>
            </a:xfrm>
            <a:custGeom>
              <a:avLst/>
              <a:gdLst/>
              <a:ahLst/>
              <a:cxnLst/>
              <a:rect l="l" t="t" r="r" b="b"/>
              <a:pathLst>
                <a:path w="2431" h="9104" fill="none" extrusionOk="0">
                  <a:moveTo>
                    <a:pt x="0" y="1"/>
                  </a:moveTo>
                  <a:lnTo>
                    <a:pt x="2431" y="9104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29;p2"/>
            <p:cNvSpPr/>
            <p:nvPr/>
          </p:nvSpPr>
          <p:spPr>
            <a:xfrm>
              <a:off x="2259027" y="-128024"/>
              <a:ext cx="229996" cy="398669"/>
            </a:xfrm>
            <a:custGeom>
              <a:avLst/>
              <a:gdLst/>
              <a:ahLst/>
              <a:cxnLst/>
              <a:rect l="l" t="t" r="r" b="b"/>
              <a:pathLst>
                <a:path w="4707" h="8159" fill="none" extrusionOk="0">
                  <a:moveTo>
                    <a:pt x="0" y="0"/>
                  </a:moveTo>
                  <a:lnTo>
                    <a:pt x="4706" y="8158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30;p2"/>
            <p:cNvSpPr/>
            <p:nvPr/>
          </p:nvSpPr>
          <p:spPr>
            <a:xfrm>
              <a:off x="2126121" y="-22481"/>
              <a:ext cx="325180" cy="325180"/>
            </a:xfrm>
            <a:custGeom>
              <a:avLst/>
              <a:gdLst/>
              <a:ahLst/>
              <a:cxnLst/>
              <a:rect l="l" t="t" r="r" b="b"/>
              <a:pathLst>
                <a:path w="6655" h="6655" fill="none" extrusionOk="0">
                  <a:moveTo>
                    <a:pt x="1" y="0"/>
                  </a:moveTo>
                  <a:lnTo>
                    <a:pt x="6655" y="6654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31;p2"/>
            <p:cNvSpPr/>
            <p:nvPr/>
          </p:nvSpPr>
          <p:spPr>
            <a:xfrm>
              <a:off x="2025317" y="113211"/>
              <a:ext cx="398669" cy="230924"/>
            </a:xfrm>
            <a:custGeom>
              <a:avLst/>
              <a:gdLst/>
              <a:ahLst/>
              <a:cxnLst/>
              <a:rect l="l" t="t" r="r" b="b"/>
              <a:pathLst>
                <a:path w="8159" h="4726" fill="none" extrusionOk="0">
                  <a:moveTo>
                    <a:pt x="0" y="1"/>
                  </a:moveTo>
                  <a:lnTo>
                    <a:pt x="8158" y="4726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32;p2"/>
            <p:cNvSpPr/>
            <p:nvPr/>
          </p:nvSpPr>
          <p:spPr>
            <a:xfrm>
              <a:off x="1963114" y="270598"/>
              <a:ext cx="444844" cy="119713"/>
            </a:xfrm>
            <a:custGeom>
              <a:avLst/>
              <a:gdLst/>
              <a:ahLst/>
              <a:cxnLst/>
              <a:rect l="l" t="t" r="r" b="b"/>
              <a:pathLst>
                <a:path w="9104" h="2450" fill="none" extrusionOk="0">
                  <a:moveTo>
                    <a:pt x="0" y="0"/>
                  </a:moveTo>
                  <a:lnTo>
                    <a:pt x="9103" y="24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33;p2"/>
            <p:cNvSpPr/>
            <p:nvPr/>
          </p:nvSpPr>
          <p:spPr>
            <a:xfrm>
              <a:off x="1943325" y="439273"/>
              <a:ext cx="460871" cy="49"/>
            </a:xfrm>
            <a:custGeom>
              <a:avLst/>
              <a:gdLst/>
              <a:ahLst/>
              <a:cxnLst/>
              <a:rect l="l" t="t" r="r" b="b"/>
              <a:pathLst>
                <a:path w="9432" h="1" fill="none" extrusionOk="0">
                  <a:moveTo>
                    <a:pt x="0" y="1"/>
                  </a:moveTo>
                  <a:lnTo>
                    <a:pt x="9431" y="1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34;p2"/>
            <p:cNvSpPr/>
            <p:nvPr/>
          </p:nvSpPr>
          <p:spPr>
            <a:xfrm>
              <a:off x="1967805" y="487354"/>
              <a:ext cx="445821" cy="119713"/>
            </a:xfrm>
            <a:custGeom>
              <a:avLst/>
              <a:gdLst/>
              <a:ahLst/>
              <a:cxnLst/>
              <a:rect l="l" t="t" r="r" b="b"/>
              <a:pathLst>
                <a:path w="9124" h="2450" fill="none" extrusionOk="0">
                  <a:moveTo>
                    <a:pt x="1" y="2450"/>
                  </a:moveTo>
                  <a:lnTo>
                    <a:pt x="9123" y="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35;p2"/>
            <p:cNvSpPr/>
            <p:nvPr/>
          </p:nvSpPr>
          <p:spPr>
            <a:xfrm>
              <a:off x="2035676" y="532600"/>
              <a:ext cx="398669" cy="229996"/>
            </a:xfrm>
            <a:custGeom>
              <a:avLst/>
              <a:gdLst/>
              <a:ahLst/>
              <a:cxnLst/>
              <a:rect l="l" t="t" r="r" b="b"/>
              <a:pathLst>
                <a:path w="8159" h="4707" fill="none" extrusionOk="0">
                  <a:moveTo>
                    <a:pt x="0" y="4706"/>
                  </a:moveTo>
                  <a:lnTo>
                    <a:pt x="8158" y="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36;p2"/>
            <p:cNvSpPr/>
            <p:nvPr/>
          </p:nvSpPr>
          <p:spPr>
            <a:xfrm>
              <a:off x="2141219" y="569345"/>
              <a:ext cx="326108" cy="326108"/>
            </a:xfrm>
            <a:custGeom>
              <a:avLst/>
              <a:gdLst/>
              <a:ahLst/>
              <a:cxnLst/>
              <a:rect l="l" t="t" r="r" b="b"/>
              <a:pathLst>
                <a:path w="6674" h="6674" fill="none" extrusionOk="0">
                  <a:moveTo>
                    <a:pt x="0" y="6674"/>
                  </a:moveTo>
                  <a:lnTo>
                    <a:pt x="6673" y="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37;p2"/>
            <p:cNvSpPr/>
            <p:nvPr/>
          </p:nvSpPr>
          <p:spPr>
            <a:xfrm>
              <a:off x="2277840" y="597588"/>
              <a:ext cx="229996" cy="398718"/>
            </a:xfrm>
            <a:custGeom>
              <a:avLst/>
              <a:gdLst/>
              <a:ahLst/>
              <a:cxnLst/>
              <a:rect l="l" t="t" r="r" b="b"/>
              <a:pathLst>
                <a:path w="4707" h="8160" fill="none" extrusionOk="0">
                  <a:moveTo>
                    <a:pt x="1" y="8159"/>
                  </a:moveTo>
                  <a:lnTo>
                    <a:pt x="4707" y="1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38;p2"/>
            <p:cNvSpPr/>
            <p:nvPr/>
          </p:nvSpPr>
          <p:spPr>
            <a:xfrm>
              <a:off x="2435227" y="613615"/>
              <a:ext cx="118785" cy="444893"/>
            </a:xfrm>
            <a:custGeom>
              <a:avLst/>
              <a:gdLst/>
              <a:ahLst/>
              <a:cxnLst/>
              <a:rect l="l" t="t" r="r" b="b"/>
              <a:pathLst>
                <a:path w="2431" h="9105" fill="none" extrusionOk="0">
                  <a:moveTo>
                    <a:pt x="1" y="9104"/>
                  </a:moveTo>
                  <a:lnTo>
                    <a:pt x="2431" y="1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" name="Google Shape;39;p2"/>
            <p:cNvSpPr/>
            <p:nvPr/>
          </p:nvSpPr>
          <p:spPr>
            <a:xfrm>
              <a:off x="2602973" y="617377"/>
              <a:ext cx="49" cy="460920"/>
            </a:xfrm>
            <a:custGeom>
              <a:avLst/>
              <a:gdLst/>
              <a:ahLst/>
              <a:cxnLst/>
              <a:rect l="l" t="t" r="r" b="b"/>
              <a:pathLst>
                <a:path w="1" h="9433" fill="none" extrusionOk="0">
                  <a:moveTo>
                    <a:pt x="1" y="9432"/>
                  </a:moveTo>
                  <a:lnTo>
                    <a:pt x="1" y="1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" name="Google Shape;40;p2"/>
            <p:cNvSpPr/>
            <p:nvPr/>
          </p:nvSpPr>
          <p:spPr>
            <a:xfrm>
              <a:off x="2651982" y="607996"/>
              <a:ext cx="118785" cy="444844"/>
            </a:xfrm>
            <a:custGeom>
              <a:avLst/>
              <a:gdLst/>
              <a:ahLst/>
              <a:cxnLst/>
              <a:rect l="l" t="t" r="r" b="b"/>
              <a:pathLst>
                <a:path w="2431" h="9104" fill="none" extrusionOk="0">
                  <a:moveTo>
                    <a:pt x="2431" y="9103"/>
                  </a:moveTo>
                  <a:lnTo>
                    <a:pt x="1" y="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Google Shape;41;p2"/>
            <p:cNvSpPr/>
            <p:nvPr/>
          </p:nvSpPr>
          <p:spPr>
            <a:xfrm>
              <a:off x="2696300" y="586301"/>
              <a:ext cx="229996" cy="398669"/>
            </a:xfrm>
            <a:custGeom>
              <a:avLst/>
              <a:gdLst/>
              <a:ahLst/>
              <a:cxnLst/>
              <a:rect l="l" t="t" r="r" b="b"/>
              <a:pathLst>
                <a:path w="4707" h="8159" fill="none" extrusionOk="0">
                  <a:moveTo>
                    <a:pt x="4706" y="8159"/>
                  </a:moveTo>
                  <a:lnTo>
                    <a:pt x="0" y="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Google Shape;42;p2"/>
            <p:cNvSpPr/>
            <p:nvPr/>
          </p:nvSpPr>
          <p:spPr>
            <a:xfrm>
              <a:off x="2733974" y="554247"/>
              <a:ext cx="325180" cy="326108"/>
            </a:xfrm>
            <a:custGeom>
              <a:avLst/>
              <a:gdLst/>
              <a:ahLst/>
              <a:cxnLst/>
              <a:rect l="l" t="t" r="r" b="b"/>
              <a:pathLst>
                <a:path w="6655" h="6674" fill="none" extrusionOk="0">
                  <a:moveTo>
                    <a:pt x="6655" y="6674"/>
                  </a:moveTo>
                  <a:lnTo>
                    <a:pt x="1" y="1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" name="Google Shape;43;p2"/>
            <p:cNvSpPr/>
            <p:nvPr/>
          </p:nvSpPr>
          <p:spPr>
            <a:xfrm>
              <a:off x="2761288" y="513739"/>
              <a:ext cx="398718" cy="229996"/>
            </a:xfrm>
            <a:custGeom>
              <a:avLst/>
              <a:gdLst/>
              <a:ahLst/>
              <a:cxnLst/>
              <a:rect l="l" t="t" r="r" b="b"/>
              <a:pathLst>
                <a:path w="8160" h="4707" fill="none" extrusionOk="0">
                  <a:moveTo>
                    <a:pt x="8159" y="4706"/>
                  </a:moveTo>
                  <a:lnTo>
                    <a:pt x="1" y="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44;p2"/>
            <p:cNvSpPr/>
            <p:nvPr/>
          </p:nvSpPr>
          <p:spPr>
            <a:xfrm>
              <a:off x="2777315" y="466636"/>
              <a:ext cx="444893" cy="119713"/>
            </a:xfrm>
            <a:custGeom>
              <a:avLst/>
              <a:gdLst/>
              <a:ahLst/>
              <a:cxnLst/>
              <a:rect l="l" t="t" r="r" b="b"/>
              <a:pathLst>
                <a:path w="9105" h="2450" fill="none" extrusionOk="0">
                  <a:moveTo>
                    <a:pt x="9104" y="2449"/>
                  </a:moveTo>
                  <a:lnTo>
                    <a:pt x="1" y="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Google Shape;45;p2"/>
            <p:cNvSpPr/>
            <p:nvPr/>
          </p:nvSpPr>
          <p:spPr>
            <a:xfrm>
              <a:off x="2781077" y="417626"/>
              <a:ext cx="460920" cy="49"/>
            </a:xfrm>
            <a:custGeom>
              <a:avLst/>
              <a:gdLst/>
              <a:ahLst/>
              <a:cxnLst/>
              <a:rect l="l" t="t" r="r" b="b"/>
              <a:pathLst>
                <a:path w="9433" h="1" fill="none" extrusionOk="0">
                  <a:moveTo>
                    <a:pt x="9432" y="0"/>
                  </a:moveTo>
                  <a:lnTo>
                    <a:pt x="1" y="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Google Shape;46;p2"/>
            <p:cNvSpPr/>
            <p:nvPr/>
          </p:nvSpPr>
          <p:spPr>
            <a:xfrm>
              <a:off x="2771696" y="249880"/>
              <a:ext cx="444844" cy="119713"/>
            </a:xfrm>
            <a:custGeom>
              <a:avLst/>
              <a:gdLst/>
              <a:ahLst/>
              <a:cxnLst/>
              <a:rect l="l" t="t" r="r" b="b"/>
              <a:pathLst>
                <a:path w="9104" h="2450" fill="none" extrusionOk="0">
                  <a:moveTo>
                    <a:pt x="9103" y="0"/>
                  </a:moveTo>
                  <a:lnTo>
                    <a:pt x="0" y="24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" name="Google Shape;47;p2"/>
            <p:cNvSpPr/>
            <p:nvPr/>
          </p:nvSpPr>
          <p:spPr>
            <a:xfrm>
              <a:off x="2750929" y="94350"/>
              <a:ext cx="398718" cy="230973"/>
            </a:xfrm>
            <a:custGeom>
              <a:avLst/>
              <a:gdLst/>
              <a:ahLst/>
              <a:cxnLst/>
              <a:rect l="l" t="t" r="r" b="b"/>
              <a:pathLst>
                <a:path w="8160" h="4727" fill="none" extrusionOk="0">
                  <a:moveTo>
                    <a:pt x="8159" y="1"/>
                  </a:moveTo>
                  <a:lnTo>
                    <a:pt x="1" y="4726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" name="Google Shape;48;p2"/>
            <p:cNvSpPr/>
            <p:nvPr/>
          </p:nvSpPr>
          <p:spPr>
            <a:xfrm>
              <a:off x="2717947" y="-38508"/>
              <a:ext cx="326108" cy="326108"/>
            </a:xfrm>
            <a:custGeom>
              <a:avLst/>
              <a:gdLst/>
              <a:ahLst/>
              <a:cxnLst/>
              <a:rect l="l" t="t" r="r" b="b"/>
              <a:pathLst>
                <a:path w="6674" h="6674" fill="none" extrusionOk="0">
                  <a:moveTo>
                    <a:pt x="6674" y="0"/>
                  </a:moveTo>
                  <a:lnTo>
                    <a:pt x="1" y="6674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" name="Google Shape;49;p2"/>
            <p:cNvSpPr/>
            <p:nvPr/>
          </p:nvSpPr>
          <p:spPr>
            <a:xfrm>
              <a:off x="2677439" y="-139361"/>
              <a:ext cx="229996" cy="399646"/>
            </a:xfrm>
            <a:custGeom>
              <a:avLst/>
              <a:gdLst/>
              <a:ahLst/>
              <a:cxnLst/>
              <a:rect l="l" t="t" r="r" b="b"/>
              <a:pathLst>
                <a:path w="4707" h="8179" fill="none" extrusionOk="0">
                  <a:moveTo>
                    <a:pt x="4706" y="1"/>
                  </a:moveTo>
                  <a:lnTo>
                    <a:pt x="0" y="8178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" name="Google Shape;50;p2"/>
            <p:cNvSpPr/>
            <p:nvPr/>
          </p:nvSpPr>
          <p:spPr>
            <a:xfrm>
              <a:off x="2631264" y="-201563"/>
              <a:ext cx="118785" cy="444893"/>
            </a:xfrm>
            <a:custGeom>
              <a:avLst/>
              <a:gdLst/>
              <a:ahLst/>
              <a:cxnLst/>
              <a:rect l="l" t="t" r="r" b="b"/>
              <a:pathLst>
                <a:path w="2431" h="9105" fill="none" extrusionOk="0">
                  <a:moveTo>
                    <a:pt x="2430" y="1"/>
                  </a:moveTo>
                  <a:lnTo>
                    <a:pt x="0" y="9104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Google Shape;51;p2"/>
            <p:cNvSpPr/>
            <p:nvPr/>
          </p:nvSpPr>
          <p:spPr>
            <a:xfrm>
              <a:off x="2607712" y="-215684"/>
              <a:ext cx="62251" cy="456180"/>
            </a:xfrm>
            <a:custGeom>
              <a:avLst/>
              <a:gdLst/>
              <a:ahLst/>
              <a:cxnLst/>
              <a:rect l="l" t="t" r="r" b="b"/>
              <a:pathLst>
                <a:path w="1274" h="9336" fill="none" extrusionOk="0">
                  <a:moveTo>
                    <a:pt x="1273" y="0"/>
                  </a:moveTo>
                  <a:lnTo>
                    <a:pt x="0" y="9335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" name="Google Shape;52;p2"/>
            <p:cNvSpPr/>
            <p:nvPr/>
          </p:nvSpPr>
          <p:spPr>
            <a:xfrm>
              <a:off x="2500263" y="-213779"/>
              <a:ext cx="57511" cy="457109"/>
            </a:xfrm>
            <a:custGeom>
              <a:avLst/>
              <a:gdLst/>
              <a:ahLst/>
              <a:cxnLst/>
              <a:rect l="l" t="t" r="r" b="b"/>
              <a:pathLst>
                <a:path w="1177" h="9355" fill="none" extrusionOk="0">
                  <a:moveTo>
                    <a:pt x="1" y="0"/>
                  </a:moveTo>
                  <a:lnTo>
                    <a:pt x="1177" y="9354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" name="Google Shape;53;p2"/>
            <p:cNvSpPr/>
            <p:nvPr/>
          </p:nvSpPr>
          <p:spPr>
            <a:xfrm>
              <a:off x="2337208" y="-168580"/>
              <a:ext cx="174390" cy="426961"/>
            </a:xfrm>
            <a:custGeom>
              <a:avLst/>
              <a:gdLst/>
              <a:ahLst/>
              <a:cxnLst/>
              <a:rect l="l" t="t" r="r" b="b"/>
              <a:pathLst>
                <a:path w="3569" h="8738" fill="none" extrusionOk="0">
                  <a:moveTo>
                    <a:pt x="1" y="1"/>
                  </a:moveTo>
                  <a:lnTo>
                    <a:pt x="3569" y="8738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" name="Google Shape;54;p2"/>
            <p:cNvSpPr/>
            <p:nvPr/>
          </p:nvSpPr>
          <p:spPr>
            <a:xfrm>
              <a:off x="2191157" y="-81849"/>
              <a:ext cx="279005" cy="366615"/>
            </a:xfrm>
            <a:custGeom>
              <a:avLst/>
              <a:gdLst/>
              <a:ahLst/>
              <a:cxnLst/>
              <a:rect l="l" t="t" r="r" b="b"/>
              <a:pathLst>
                <a:path w="5710" h="7503" fill="none" extrusionOk="0">
                  <a:moveTo>
                    <a:pt x="0" y="0"/>
                  </a:moveTo>
                  <a:lnTo>
                    <a:pt x="5709" y="7503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" name="Google Shape;55;p2"/>
            <p:cNvSpPr/>
            <p:nvPr/>
          </p:nvSpPr>
          <p:spPr>
            <a:xfrm>
              <a:off x="2072420" y="39722"/>
              <a:ext cx="364759" cy="281790"/>
            </a:xfrm>
            <a:custGeom>
              <a:avLst/>
              <a:gdLst/>
              <a:ahLst/>
              <a:cxnLst/>
              <a:rect l="l" t="t" r="r" b="b"/>
              <a:pathLst>
                <a:path w="7465" h="5767" fill="none" extrusionOk="0">
                  <a:moveTo>
                    <a:pt x="0" y="0"/>
                  </a:moveTo>
                  <a:lnTo>
                    <a:pt x="7464" y="5767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" name="Google Shape;56;p2"/>
            <p:cNvSpPr/>
            <p:nvPr/>
          </p:nvSpPr>
          <p:spPr>
            <a:xfrm>
              <a:off x="1989500" y="187678"/>
              <a:ext cx="425055" cy="178153"/>
            </a:xfrm>
            <a:custGeom>
              <a:avLst/>
              <a:gdLst/>
              <a:ahLst/>
              <a:cxnLst/>
              <a:rect l="l" t="t" r="r" b="b"/>
              <a:pathLst>
                <a:path w="8699" h="3646" fill="none" extrusionOk="0">
                  <a:moveTo>
                    <a:pt x="0" y="0"/>
                  </a:moveTo>
                  <a:lnTo>
                    <a:pt x="8698" y="3645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" name="Google Shape;57;p2"/>
            <p:cNvSpPr/>
            <p:nvPr/>
          </p:nvSpPr>
          <p:spPr>
            <a:xfrm>
              <a:off x="1948016" y="351662"/>
              <a:ext cx="456180" cy="62251"/>
            </a:xfrm>
            <a:custGeom>
              <a:avLst/>
              <a:gdLst/>
              <a:ahLst/>
              <a:cxnLst/>
              <a:rect l="l" t="t" r="r" b="b"/>
              <a:pathLst>
                <a:path w="9336" h="1274" fill="none" extrusionOk="0">
                  <a:moveTo>
                    <a:pt x="1" y="0"/>
                  </a:moveTo>
                  <a:lnTo>
                    <a:pt x="9335" y="1273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Google Shape;58;p2"/>
            <p:cNvSpPr/>
            <p:nvPr/>
          </p:nvSpPr>
          <p:spPr>
            <a:xfrm>
              <a:off x="1949921" y="462824"/>
              <a:ext cx="457109" cy="58488"/>
            </a:xfrm>
            <a:custGeom>
              <a:avLst/>
              <a:gdLst/>
              <a:ahLst/>
              <a:cxnLst/>
              <a:rect l="l" t="t" r="r" b="b"/>
              <a:pathLst>
                <a:path w="9355" h="1197" fill="none" extrusionOk="0">
                  <a:moveTo>
                    <a:pt x="0" y="1197"/>
                  </a:moveTo>
                  <a:lnTo>
                    <a:pt x="9354" y="1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" name="Google Shape;59;p2"/>
            <p:cNvSpPr/>
            <p:nvPr/>
          </p:nvSpPr>
          <p:spPr>
            <a:xfrm>
              <a:off x="1996097" y="509977"/>
              <a:ext cx="425983" cy="174390"/>
            </a:xfrm>
            <a:custGeom>
              <a:avLst/>
              <a:gdLst/>
              <a:ahLst/>
              <a:cxnLst/>
              <a:rect l="l" t="t" r="r" b="b"/>
              <a:pathLst>
                <a:path w="8718" h="3569" fill="none" extrusionOk="0">
                  <a:moveTo>
                    <a:pt x="0" y="3568"/>
                  </a:moveTo>
                  <a:lnTo>
                    <a:pt x="8718" y="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" name="Google Shape;60;p2"/>
            <p:cNvSpPr/>
            <p:nvPr/>
          </p:nvSpPr>
          <p:spPr>
            <a:xfrm>
              <a:off x="2081851" y="551413"/>
              <a:ext cx="367593" cy="279005"/>
            </a:xfrm>
            <a:custGeom>
              <a:avLst/>
              <a:gdLst/>
              <a:ahLst/>
              <a:cxnLst/>
              <a:rect l="l" t="t" r="r" b="b"/>
              <a:pathLst>
                <a:path w="7523" h="5710" fill="none" extrusionOk="0">
                  <a:moveTo>
                    <a:pt x="0" y="5710"/>
                  </a:moveTo>
                  <a:lnTo>
                    <a:pt x="7522" y="1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" name="Google Shape;61;p2"/>
            <p:cNvSpPr/>
            <p:nvPr/>
          </p:nvSpPr>
          <p:spPr>
            <a:xfrm>
              <a:off x="2203422" y="584395"/>
              <a:ext cx="281790" cy="363830"/>
            </a:xfrm>
            <a:custGeom>
              <a:avLst/>
              <a:gdLst/>
              <a:ahLst/>
              <a:cxnLst/>
              <a:rect l="l" t="t" r="r" b="b"/>
              <a:pathLst>
                <a:path w="5767" h="7446" fill="none" extrusionOk="0">
                  <a:moveTo>
                    <a:pt x="0" y="7446"/>
                  </a:moveTo>
                  <a:lnTo>
                    <a:pt x="5767" y="1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" name="Google Shape;62;p2"/>
            <p:cNvSpPr/>
            <p:nvPr/>
          </p:nvSpPr>
          <p:spPr>
            <a:xfrm>
              <a:off x="2351378" y="607018"/>
              <a:ext cx="178153" cy="424126"/>
            </a:xfrm>
            <a:custGeom>
              <a:avLst/>
              <a:gdLst/>
              <a:ahLst/>
              <a:cxnLst/>
              <a:rect l="l" t="t" r="r" b="b"/>
              <a:pathLst>
                <a:path w="3646" h="8680" fill="none" extrusionOk="0">
                  <a:moveTo>
                    <a:pt x="0" y="8680"/>
                  </a:moveTo>
                  <a:lnTo>
                    <a:pt x="3645" y="1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" name="Google Shape;63;p2"/>
            <p:cNvSpPr/>
            <p:nvPr/>
          </p:nvSpPr>
          <p:spPr>
            <a:xfrm>
              <a:off x="2515362" y="616449"/>
              <a:ext cx="62251" cy="457109"/>
            </a:xfrm>
            <a:custGeom>
              <a:avLst/>
              <a:gdLst/>
              <a:ahLst/>
              <a:cxnLst/>
              <a:rect l="l" t="t" r="r" b="b"/>
              <a:pathLst>
                <a:path w="1274" h="9355" fill="none" extrusionOk="0">
                  <a:moveTo>
                    <a:pt x="0" y="9355"/>
                  </a:moveTo>
                  <a:lnTo>
                    <a:pt x="1273" y="1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" name="Google Shape;64;p2"/>
            <p:cNvSpPr/>
            <p:nvPr/>
          </p:nvSpPr>
          <p:spPr>
            <a:xfrm>
              <a:off x="2626524" y="614592"/>
              <a:ext cx="58488" cy="457109"/>
            </a:xfrm>
            <a:custGeom>
              <a:avLst/>
              <a:gdLst/>
              <a:ahLst/>
              <a:cxnLst/>
              <a:rect l="l" t="t" r="r" b="b"/>
              <a:pathLst>
                <a:path w="1197" h="9355" fill="none" extrusionOk="0">
                  <a:moveTo>
                    <a:pt x="1197" y="9354"/>
                  </a:moveTo>
                  <a:lnTo>
                    <a:pt x="1" y="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" name="Google Shape;65;p2"/>
            <p:cNvSpPr/>
            <p:nvPr/>
          </p:nvSpPr>
          <p:spPr>
            <a:xfrm>
              <a:off x="2673677" y="598565"/>
              <a:ext cx="174390" cy="426961"/>
            </a:xfrm>
            <a:custGeom>
              <a:avLst/>
              <a:gdLst/>
              <a:ahLst/>
              <a:cxnLst/>
              <a:rect l="l" t="t" r="r" b="b"/>
              <a:pathLst>
                <a:path w="3569" h="8738" fill="none" extrusionOk="0">
                  <a:moveTo>
                    <a:pt x="3568" y="8737"/>
                  </a:moveTo>
                  <a:lnTo>
                    <a:pt x="0" y="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" name="Google Shape;66;p2"/>
            <p:cNvSpPr/>
            <p:nvPr/>
          </p:nvSpPr>
          <p:spPr>
            <a:xfrm>
              <a:off x="2715113" y="572179"/>
              <a:ext cx="279005" cy="366615"/>
            </a:xfrm>
            <a:custGeom>
              <a:avLst/>
              <a:gdLst/>
              <a:ahLst/>
              <a:cxnLst/>
              <a:rect l="l" t="t" r="r" b="b"/>
              <a:pathLst>
                <a:path w="5710" h="7503" fill="none" extrusionOk="0">
                  <a:moveTo>
                    <a:pt x="5710" y="7503"/>
                  </a:moveTo>
                  <a:lnTo>
                    <a:pt x="1" y="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" name="Google Shape;67;p2"/>
            <p:cNvSpPr/>
            <p:nvPr/>
          </p:nvSpPr>
          <p:spPr>
            <a:xfrm>
              <a:off x="2748095" y="535386"/>
              <a:ext cx="364759" cy="281839"/>
            </a:xfrm>
            <a:custGeom>
              <a:avLst/>
              <a:gdLst/>
              <a:ahLst/>
              <a:cxnLst/>
              <a:rect l="l" t="t" r="r" b="b"/>
              <a:pathLst>
                <a:path w="7465" h="5768" fill="none" extrusionOk="0">
                  <a:moveTo>
                    <a:pt x="7465" y="5768"/>
                  </a:moveTo>
                  <a:lnTo>
                    <a:pt x="1" y="1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" name="Google Shape;68;p2"/>
            <p:cNvSpPr/>
            <p:nvPr/>
          </p:nvSpPr>
          <p:spPr>
            <a:xfrm>
              <a:off x="2770718" y="491116"/>
              <a:ext cx="424126" cy="179081"/>
            </a:xfrm>
            <a:custGeom>
              <a:avLst/>
              <a:gdLst/>
              <a:ahLst/>
              <a:cxnLst/>
              <a:rect l="l" t="t" r="r" b="b"/>
              <a:pathLst>
                <a:path w="8680" h="3665" fill="none" extrusionOk="0">
                  <a:moveTo>
                    <a:pt x="8680" y="3665"/>
                  </a:moveTo>
                  <a:lnTo>
                    <a:pt x="1" y="1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" name="Google Shape;69;p2"/>
            <p:cNvSpPr/>
            <p:nvPr/>
          </p:nvSpPr>
          <p:spPr>
            <a:xfrm>
              <a:off x="2781077" y="443035"/>
              <a:ext cx="456180" cy="62251"/>
            </a:xfrm>
            <a:custGeom>
              <a:avLst/>
              <a:gdLst/>
              <a:ahLst/>
              <a:cxnLst/>
              <a:rect l="l" t="t" r="r" b="b"/>
              <a:pathLst>
                <a:path w="9336" h="1274" fill="none" extrusionOk="0">
                  <a:moveTo>
                    <a:pt x="9336" y="1274"/>
                  </a:moveTo>
                  <a:lnTo>
                    <a:pt x="1" y="1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" name="Google Shape;70;p2"/>
            <p:cNvSpPr/>
            <p:nvPr/>
          </p:nvSpPr>
          <p:spPr>
            <a:xfrm>
              <a:off x="2778292" y="335635"/>
              <a:ext cx="457109" cy="58440"/>
            </a:xfrm>
            <a:custGeom>
              <a:avLst/>
              <a:gdLst/>
              <a:ahLst/>
              <a:cxnLst/>
              <a:rect l="l" t="t" r="r" b="b"/>
              <a:pathLst>
                <a:path w="9355" h="1196" fill="none" extrusionOk="0">
                  <a:moveTo>
                    <a:pt x="9354" y="0"/>
                  </a:moveTo>
                  <a:lnTo>
                    <a:pt x="0" y="1196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" name="Google Shape;71;p2"/>
            <p:cNvSpPr/>
            <p:nvPr/>
          </p:nvSpPr>
          <p:spPr>
            <a:xfrm>
              <a:off x="2763194" y="172579"/>
              <a:ext cx="426032" cy="174390"/>
            </a:xfrm>
            <a:custGeom>
              <a:avLst/>
              <a:gdLst/>
              <a:ahLst/>
              <a:cxnLst/>
              <a:rect l="l" t="t" r="r" b="b"/>
              <a:pathLst>
                <a:path w="8719" h="3569" fill="none" extrusionOk="0">
                  <a:moveTo>
                    <a:pt x="8718" y="1"/>
                  </a:moveTo>
                  <a:lnTo>
                    <a:pt x="1" y="3569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" name="Google Shape;72;p2"/>
            <p:cNvSpPr/>
            <p:nvPr/>
          </p:nvSpPr>
          <p:spPr>
            <a:xfrm>
              <a:off x="2735879" y="27457"/>
              <a:ext cx="366615" cy="278076"/>
            </a:xfrm>
            <a:custGeom>
              <a:avLst/>
              <a:gdLst/>
              <a:ahLst/>
              <a:cxnLst/>
              <a:rect l="l" t="t" r="r" b="b"/>
              <a:pathLst>
                <a:path w="7503" h="5691" fill="none" extrusionOk="0">
                  <a:moveTo>
                    <a:pt x="7503" y="0"/>
                  </a:moveTo>
                  <a:lnTo>
                    <a:pt x="0" y="569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" name="Google Shape;73;p2"/>
            <p:cNvSpPr/>
            <p:nvPr/>
          </p:nvSpPr>
          <p:spPr>
            <a:xfrm>
              <a:off x="2699135" y="-91280"/>
              <a:ext cx="282767" cy="364759"/>
            </a:xfrm>
            <a:custGeom>
              <a:avLst/>
              <a:gdLst/>
              <a:ahLst/>
              <a:cxnLst/>
              <a:rect l="l" t="t" r="r" b="b"/>
              <a:pathLst>
                <a:path w="5787" h="7465" fill="none" extrusionOk="0">
                  <a:moveTo>
                    <a:pt x="5786" y="0"/>
                  </a:moveTo>
                  <a:lnTo>
                    <a:pt x="0" y="7464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" name="Google Shape;74;p2"/>
            <p:cNvSpPr/>
            <p:nvPr/>
          </p:nvSpPr>
          <p:spPr>
            <a:xfrm>
              <a:off x="2655744" y="-174200"/>
              <a:ext cx="178153" cy="425055"/>
            </a:xfrm>
            <a:custGeom>
              <a:avLst/>
              <a:gdLst/>
              <a:ahLst/>
              <a:cxnLst/>
              <a:rect l="l" t="t" r="r" b="b"/>
              <a:pathLst>
                <a:path w="3646" h="8699" fill="none" extrusionOk="0">
                  <a:moveTo>
                    <a:pt x="3646" y="0"/>
                  </a:moveTo>
                  <a:lnTo>
                    <a:pt x="1" y="8698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5" name="Google Shape;75;p2"/>
          <p:cNvGrpSpPr/>
          <p:nvPr/>
        </p:nvGrpSpPr>
        <p:grpSpPr>
          <a:xfrm>
            <a:off x="8366565" y="3429220"/>
            <a:ext cx="1965289" cy="517060"/>
            <a:chOff x="3539975" y="3523525"/>
            <a:chExt cx="745925" cy="196250"/>
          </a:xfrm>
        </p:grpSpPr>
        <p:sp>
          <p:nvSpPr>
            <p:cNvPr id="76" name="Google Shape;76;p2"/>
            <p:cNvSpPr/>
            <p:nvPr/>
          </p:nvSpPr>
          <p:spPr>
            <a:xfrm>
              <a:off x="3539975" y="3523525"/>
              <a:ext cx="196250" cy="196250"/>
            </a:xfrm>
            <a:custGeom>
              <a:avLst/>
              <a:gdLst/>
              <a:ahLst/>
              <a:cxnLst/>
              <a:rect l="l" t="t" r="r" b="b"/>
              <a:pathLst>
                <a:path w="7850" h="7850" fill="none" extrusionOk="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" name="Google Shape;77;p2"/>
            <p:cNvSpPr/>
            <p:nvPr/>
          </p:nvSpPr>
          <p:spPr>
            <a:xfrm>
              <a:off x="3576625" y="3523525"/>
              <a:ext cx="196250" cy="196250"/>
            </a:xfrm>
            <a:custGeom>
              <a:avLst/>
              <a:gdLst/>
              <a:ahLst/>
              <a:cxnLst/>
              <a:rect l="l" t="t" r="r" b="b"/>
              <a:pathLst>
                <a:path w="7850" h="7850" fill="none" extrusionOk="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" name="Google Shape;78;p2"/>
            <p:cNvSpPr/>
            <p:nvPr/>
          </p:nvSpPr>
          <p:spPr>
            <a:xfrm>
              <a:off x="3613250" y="3523525"/>
              <a:ext cx="196275" cy="196250"/>
            </a:xfrm>
            <a:custGeom>
              <a:avLst/>
              <a:gdLst/>
              <a:ahLst/>
              <a:cxnLst/>
              <a:rect l="l" t="t" r="r" b="b"/>
              <a:pathLst>
                <a:path w="7851" h="7850" fill="none" extrusionOk="0">
                  <a:moveTo>
                    <a:pt x="1" y="0"/>
                  </a:moveTo>
                  <a:lnTo>
                    <a:pt x="7851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" name="Google Shape;79;p2"/>
            <p:cNvSpPr/>
            <p:nvPr/>
          </p:nvSpPr>
          <p:spPr>
            <a:xfrm>
              <a:off x="3649900" y="3523525"/>
              <a:ext cx="196275" cy="196250"/>
            </a:xfrm>
            <a:custGeom>
              <a:avLst/>
              <a:gdLst/>
              <a:ahLst/>
              <a:cxnLst/>
              <a:rect l="l" t="t" r="r" b="b"/>
              <a:pathLst>
                <a:path w="7851" h="7850" fill="none" extrusionOk="0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" name="Google Shape;80;p2"/>
            <p:cNvSpPr/>
            <p:nvPr/>
          </p:nvSpPr>
          <p:spPr>
            <a:xfrm>
              <a:off x="3686550" y="3523525"/>
              <a:ext cx="196275" cy="196250"/>
            </a:xfrm>
            <a:custGeom>
              <a:avLst/>
              <a:gdLst/>
              <a:ahLst/>
              <a:cxnLst/>
              <a:rect l="l" t="t" r="r" b="b"/>
              <a:pathLst>
                <a:path w="7851" h="7850" fill="none" extrusionOk="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" name="Google Shape;81;p2"/>
            <p:cNvSpPr/>
            <p:nvPr/>
          </p:nvSpPr>
          <p:spPr>
            <a:xfrm>
              <a:off x="3723200" y="3523525"/>
              <a:ext cx="196250" cy="196250"/>
            </a:xfrm>
            <a:custGeom>
              <a:avLst/>
              <a:gdLst/>
              <a:ahLst/>
              <a:cxnLst/>
              <a:rect l="l" t="t" r="r" b="b"/>
              <a:pathLst>
                <a:path w="7850" h="7850" fill="none" extrusionOk="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" name="Google Shape;82;p2"/>
            <p:cNvSpPr/>
            <p:nvPr/>
          </p:nvSpPr>
          <p:spPr>
            <a:xfrm>
              <a:off x="3759825" y="3523525"/>
              <a:ext cx="196275" cy="196250"/>
            </a:xfrm>
            <a:custGeom>
              <a:avLst/>
              <a:gdLst/>
              <a:ahLst/>
              <a:cxnLst/>
              <a:rect l="l" t="t" r="r" b="b"/>
              <a:pathLst>
                <a:path w="7851" h="7850" fill="none" extrusionOk="0">
                  <a:moveTo>
                    <a:pt x="1" y="0"/>
                  </a:moveTo>
                  <a:lnTo>
                    <a:pt x="7851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" name="Google Shape;83;p2"/>
            <p:cNvSpPr/>
            <p:nvPr/>
          </p:nvSpPr>
          <p:spPr>
            <a:xfrm>
              <a:off x="3796475" y="3523525"/>
              <a:ext cx="196275" cy="196250"/>
            </a:xfrm>
            <a:custGeom>
              <a:avLst/>
              <a:gdLst/>
              <a:ahLst/>
              <a:cxnLst/>
              <a:rect l="l" t="t" r="r" b="b"/>
              <a:pathLst>
                <a:path w="7851" h="7850" fill="none" extrusionOk="0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" name="Google Shape;84;p2"/>
            <p:cNvSpPr/>
            <p:nvPr/>
          </p:nvSpPr>
          <p:spPr>
            <a:xfrm>
              <a:off x="3833125" y="3523525"/>
              <a:ext cx="196275" cy="196250"/>
            </a:xfrm>
            <a:custGeom>
              <a:avLst/>
              <a:gdLst/>
              <a:ahLst/>
              <a:cxnLst/>
              <a:rect l="l" t="t" r="r" b="b"/>
              <a:pathLst>
                <a:path w="7851" h="7850" fill="none" extrusionOk="0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" name="Google Shape;85;p2"/>
            <p:cNvSpPr/>
            <p:nvPr/>
          </p:nvSpPr>
          <p:spPr>
            <a:xfrm>
              <a:off x="3869775" y="3523525"/>
              <a:ext cx="196275" cy="196250"/>
            </a:xfrm>
            <a:custGeom>
              <a:avLst/>
              <a:gdLst/>
              <a:ahLst/>
              <a:cxnLst/>
              <a:rect l="l" t="t" r="r" b="b"/>
              <a:pathLst>
                <a:path w="7851" h="7850" fill="none" extrusionOk="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" name="Google Shape;86;p2"/>
            <p:cNvSpPr/>
            <p:nvPr/>
          </p:nvSpPr>
          <p:spPr>
            <a:xfrm>
              <a:off x="3906425" y="3523525"/>
              <a:ext cx="196250" cy="196250"/>
            </a:xfrm>
            <a:custGeom>
              <a:avLst/>
              <a:gdLst/>
              <a:ahLst/>
              <a:cxnLst/>
              <a:rect l="l" t="t" r="r" b="b"/>
              <a:pathLst>
                <a:path w="7850" h="7850" fill="none" extrusionOk="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" name="Google Shape;87;p2"/>
            <p:cNvSpPr/>
            <p:nvPr/>
          </p:nvSpPr>
          <p:spPr>
            <a:xfrm>
              <a:off x="3943050" y="3523525"/>
              <a:ext cx="196275" cy="196250"/>
            </a:xfrm>
            <a:custGeom>
              <a:avLst/>
              <a:gdLst/>
              <a:ahLst/>
              <a:cxnLst/>
              <a:rect l="l" t="t" r="r" b="b"/>
              <a:pathLst>
                <a:path w="7851" h="7850" fill="none" extrusionOk="0">
                  <a:moveTo>
                    <a:pt x="1" y="0"/>
                  </a:moveTo>
                  <a:lnTo>
                    <a:pt x="7851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" name="Google Shape;88;p2"/>
            <p:cNvSpPr/>
            <p:nvPr/>
          </p:nvSpPr>
          <p:spPr>
            <a:xfrm>
              <a:off x="3979700" y="3523525"/>
              <a:ext cx="196275" cy="196250"/>
            </a:xfrm>
            <a:custGeom>
              <a:avLst/>
              <a:gdLst/>
              <a:ahLst/>
              <a:cxnLst/>
              <a:rect l="l" t="t" r="r" b="b"/>
              <a:pathLst>
                <a:path w="7851" h="7850" fill="none" extrusionOk="0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" name="Google Shape;89;p2"/>
            <p:cNvSpPr/>
            <p:nvPr/>
          </p:nvSpPr>
          <p:spPr>
            <a:xfrm>
              <a:off x="4016350" y="3523525"/>
              <a:ext cx="196275" cy="196250"/>
            </a:xfrm>
            <a:custGeom>
              <a:avLst/>
              <a:gdLst/>
              <a:ahLst/>
              <a:cxnLst/>
              <a:rect l="l" t="t" r="r" b="b"/>
              <a:pathLst>
                <a:path w="7851" h="7850" fill="none" extrusionOk="0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" name="Google Shape;90;p2"/>
            <p:cNvSpPr/>
            <p:nvPr/>
          </p:nvSpPr>
          <p:spPr>
            <a:xfrm>
              <a:off x="4053000" y="3523525"/>
              <a:ext cx="196250" cy="196250"/>
            </a:xfrm>
            <a:custGeom>
              <a:avLst/>
              <a:gdLst/>
              <a:ahLst/>
              <a:cxnLst/>
              <a:rect l="l" t="t" r="r" b="b"/>
              <a:pathLst>
                <a:path w="7850" h="7850" fill="none" extrusionOk="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" name="Google Shape;91;p2"/>
            <p:cNvSpPr/>
            <p:nvPr/>
          </p:nvSpPr>
          <p:spPr>
            <a:xfrm>
              <a:off x="4089650" y="3523525"/>
              <a:ext cx="196250" cy="196250"/>
            </a:xfrm>
            <a:custGeom>
              <a:avLst/>
              <a:gdLst/>
              <a:ahLst/>
              <a:cxnLst/>
              <a:rect l="l" t="t" r="r" b="b"/>
              <a:pathLst>
                <a:path w="7850" h="7850" fill="none" extrusionOk="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2" name="Google Shape;92;p2"/>
          <p:cNvSpPr/>
          <p:nvPr/>
        </p:nvSpPr>
        <p:spPr>
          <a:xfrm>
            <a:off x="7796285" y="2758125"/>
            <a:ext cx="825452" cy="1673688"/>
          </a:xfrm>
          <a:custGeom>
            <a:avLst/>
            <a:gdLst/>
            <a:ahLst/>
            <a:cxnLst/>
            <a:rect l="l" t="t" r="r" b="b"/>
            <a:pathLst>
              <a:path w="16883" h="34232" fill="none" extrusionOk="0">
                <a:moveTo>
                  <a:pt x="16882" y="34232"/>
                </a:moveTo>
                <a:cubicBezTo>
                  <a:pt x="7517" y="34109"/>
                  <a:pt x="1" y="26494"/>
                  <a:pt x="1" y="17129"/>
                </a:cubicBezTo>
                <a:cubicBezTo>
                  <a:pt x="1" y="7764"/>
                  <a:pt x="7517" y="124"/>
                  <a:pt x="16882" y="1"/>
                </a:cubicBezTo>
              </a:path>
            </a:pathLst>
          </a:custGeom>
          <a:noFill/>
          <a:ln w="85025" cap="flat" cmpd="sng">
            <a:solidFill>
              <a:schemeClr val="lt1"/>
            </a:solidFill>
            <a:prstDash val="solid"/>
            <a:miter lim="24644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93" name="Google Shape;93;p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164689" y="-802375"/>
            <a:ext cx="2527512" cy="2681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Google Shape;95;p3"/>
          <p:cNvPicPr preferRelativeResize="0"/>
          <p:nvPr/>
        </p:nvPicPr>
        <p:blipFill rotWithShape="1">
          <a:blip r:embed="rId2">
            <a:alphaModFix amt="60000"/>
          </a:blip>
          <a:srcRect l="39" r="29"/>
          <a:stretch/>
        </p:blipFill>
        <p:spPr>
          <a:xfrm rot="10800000" flipH="1">
            <a:off x="0" y="1"/>
            <a:ext cx="9144002" cy="5143499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3"/>
          <p:cNvSpPr txBox="1">
            <a:spLocks noGrp="1"/>
          </p:cNvSpPr>
          <p:nvPr>
            <p:ph type="title"/>
          </p:nvPr>
        </p:nvSpPr>
        <p:spPr>
          <a:xfrm>
            <a:off x="1467300" y="2623376"/>
            <a:ext cx="6209400" cy="841800"/>
          </a:xfrm>
          <a:prstGeom prst="rect">
            <a:avLst/>
          </a:prstGeom>
        </p:spPr>
        <p:txBody>
          <a:bodyPr spcFirstLastPara="1" wrap="square" lIns="91425" tIns="0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97" name="Google Shape;97;p3"/>
          <p:cNvSpPr txBox="1">
            <a:spLocks noGrp="1"/>
          </p:cNvSpPr>
          <p:nvPr>
            <p:ph type="title" idx="2" hasCustomPrompt="1"/>
          </p:nvPr>
        </p:nvSpPr>
        <p:spPr>
          <a:xfrm>
            <a:off x="2748300" y="965501"/>
            <a:ext cx="3647400" cy="15999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>
                <a:solidFill>
                  <a:schemeClr val="l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98" name="Google Shape;98;p3"/>
          <p:cNvSpPr txBox="1">
            <a:spLocks noGrp="1"/>
          </p:cNvSpPr>
          <p:nvPr>
            <p:ph type="subTitle" idx="1"/>
          </p:nvPr>
        </p:nvSpPr>
        <p:spPr>
          <a:xfrm>
            <a:off x="2181900" y="3792111"/>
            <a:ext cx="4780200" cy="348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7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99" name="Google Shape;99;p3"/>
          <p:cNvPicPr preferRelativeResize="0"/>
          <p:nvPr/>
        </p:nvPicPr>
        <p:blipFill rotWithShape="1">
          <a:blip r:embed="rId3">
            <a:alphaModFix/>
          </a:blip>
          <a:srcRect l="228" r="238"/>
          <a:stretch/>
        </p:blipFill>
        <p:spPr>
          <a:xfrm flipH="1">
            <a:off x="-1227634" y="3946275"/>
            <a:ext cx="9353213" cy="268125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00" name="Google Shape;100;p3"/>
          <p:cNvGrpSpPr/>
          <p:nvPr/>
        </p:nvGrpSpPr>
        <p:grpSpPr>
          <a:xfrm flipH="1">
            <a:off x="8483181" y="4016070"/>
            <a:ext cx="283332" cy="284718"/>
            <a:chOff x="423709" y="3302025"/>
            <a:chExt cx="216416" cy="217475"/>
          </a:xfrm>
        </p:grpSpPr>
        <p:sp>
          <p:nvSpPr>
            <p:cNvPr id="101" name="Google Shape;101;p3"/>
            <p:cNvSpPr/>
            <p:nvPr/>
          </p:nvSpPr>
          <p:spPr>
            <a:xfrm>
              <a:off x="426000" y="3425950"/>
              <a:ext cx="214125" cy="93550"/>
            </a:xfrm>
            <a:custGeom>
              <a:avLst/>
              <a:gdLst/>
              <a:ahLst/>
              <a:cxnLst/>
              <a:rect l="l" t="t" r="r" b="b"/>
              <a:pathLst>
                <a:path w="8565" h="3742" extrusionOk="0">
                  <a:moveTo>
                    <a:pt x="1" y="0"/>
                  </a:moveTo>
                  <a:cubicBezTo>
                    <a:pt x="290" y="2141"/>
                    <a:pt x="2122" y="3742"/>
                    <a:pt x="4283" y="3742"/>
                  </a:cubicBezTo>
                  <a:cubicBezTo>
                    <a:pt x="6443" y="3742"/>
                    <a:pt x="8275" y="2141"/>
                    <a:pt x="856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" name="Google Shape;102;p3"/>
            <p:cNvSpPr/>
            <p:nvPr/>
          </p:nvSpPr>
          <p:spPr>
            <a:xfrm>
              <a:off x="423709" y="3302025"/>
              <a:ext cx="214125" cy="94050"/>
            </a:xfrm>
            <a:custGeom>
              <a:avLst/>
              <a:gdLst/>
              <a:ahLst/>
              <a:cxnLst/>
              <a:rect l="l" t="t" r="r" b="b"/>
              <a:pathLst>
                <a:path w="8565" h="3762" extrusionOk="0">
                  <a:moveTo>
                    <a:pt x="1" y="0"/>
                  </a:moveTo>
                  <a:cubicBezTo>
                    <a:pt x="271" y="2141"/>
                    <a:pt x="2103" y="3761"/>
                    <a:pt x="4283" y="3761"/>
                  </a:cubicBezTo>
                  <a:cubicBezTo>
                    <a:pt x="6443" y="3761"/>
                    <a:pt x="8275" y="2141"/>
                    <a:pt x="856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03" name="Google Shape;103;p3"/>
          <p:cNvGrpSpPr/>
          <p:nvPr/>
        </p:nvGrpSpPr>
        <p:grpSpPr>
          <a:xfrm flipH="1">
            <a:off x="8175513" y="140497"/>
            <a:ext cx="2019176" cy="2019176"/>
            <a:chOff x="1943325" y="-220375"/>
            <a:chExt cx="1298672" cy="1298672"/>
          </a:xfrm>
        </p:grpSpPr>
        <p:sp>
          <p:nvSpPr>
            <p:cNvPr id="104" name="Google Shape;104;p3"/>
            <p:cNvSpPr/>
            <p:nvPr/>
          </p:nvSpPr>
          <p:spPr>
            <a:xfrm>
              <a:off x="2582255" y="-220375"/>
              <a:ext cx="49" cy="460871"/>
            </a:xfrm>
            <a:custGeom>
              <a:avLst/>
              <a:gdLst/>
              <a:ahLst/>
              <a:cxnLst/>
              <a:rect l="l" t="t" r="r" b="b"/>
              <a:pathLst>
                <a:path w="1" h="9432" fill="none" extrusionOk="0">
                  <a:moveTo>
                    <a:pt x="0" y="0"/>
                  </a:moveTo>
                  <a:lnTo>
                    <a:pt x="0" y="9431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" name="Google Shape;105;p3"/>
            <p:cNvSpPr/>
            <p:nvPr/>
          </p:nvSpPr>
          <p:spPr>
            <a:xfrm>
              <a:off x="2414509" y="-195895"/>
              <a:ext cx="118785" cy="444844"/>
            </a:xfrm>
            <a:custGeom>
              <a:avLst/>
              <a:gdLst/>
              <a:ahLst/>
              <a:cxnLst/>
              <a:rect l="l" t="t" r="r" b="b"/>
              <a:pathLst>
                <a:path w="2431" h="9104" fill="none" extrusionOk="0">
                  <a:moveTo>
                    <a:pt x="0" y="1"/>
                  </a:moveTo>
                  <a:lnTo>
                    <a:pt x="2431" y="9104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" name="Google Shape;106;p3"/>
            <p:cNvSpPr/>
            <p:nvPr/>
          </p:nvSpPr>
          <p:spPr>
            <a:xfrm>
              <a:off x="2259027" y="-128024"/>
              <a:ext cx="229996" cy="398669"/>
            </a:xfrm>
            <a:custGeom>
              <a:avLst/>
              <a:gdLst/>
              <a:ahLst/>
              <a:cxnLst/>
              <a:rect l="l" t="t" r="r" b="b"/>
              <a:pathLst>
                <a:path w="4707" h="8159" fill="none" extrusionOk="0">
                  <a:moveTo>
                    <a:pt x="0" y="0"/>
                  </a:moveTo>
                  <a:lnTo>
                    <a:pt x="4706" y="8158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" name="Google Shape;107;p3"/>
            <p:cNvSpPr/>
            <p:nvPr/>
          </p:nvSpPr>
          <p:spPr>
            <a:xfrm>
              <a:off x="2126121" y="-22481"/>
              <a:ext cx="325180" cy="325180"/>
            </a:xfrm>
            <a:custGeom>
              <a:avLst/>
              <a:gdLst/>
              <a:ahLst/>
              <a:cxnLst/>
              <a:rect l="l" t="t" r="r" b="b"/>
              <a:pathLst>
                <a:path w="6655" h="6655" fill="none" extrusionOk="0">
                  <a:moveTo>
                    <a:pt x="1" y="0"/>
                  </a:moveTo>
                  <a:lnTo>
                    <a:pt x="6655" y="6654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" name="Google Shape;108;p3"/>
            <p:cNvSpPr/>
            <p:nvPr/>
          </p:nvSpPr>
          <p:spPr>
            <a:xfrm>
              <a:off x="2025317" y="113211"/>
              <a:ext cx="398669" cy="230924"/>
            </a:xfrm>
            <a:custGeom>
              <a:avLst/>
              <a:gdLst/>
              <a:ahLst/>
              <a:cxnLst/>
              <a:rect l="l" t="t" r="r" b="b"/>
              <a:pathLst>
                <a:path w="8159" h="4726" fill="none" extrusionOk="0">
                  <a:moveTo>
                    <a:pt x="0" y="1"/>
                  </a:moveTo>
                  <a:lnTo>
                    <a:pt x="8158" y="4726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" name="Google Shape;109;p3"/>
            <p:cNvSpPr/>
            <p:nvPr/>
          </p:nvSpPr>
          <p:spPr>
            <a:xfrm>
              <a:off x="1963114" y="270598"/>
              <a:ext cx="444844" cy="119713"/>
            </a:xfrm>
            <a:custGeom>
              <a:avLst/>
              <a:gdLst/>
              <a:ahLst/>
              <a:cxnLst/>
              <a:rect l="l" t="t" r="r" b="b"/>
              <a:pathLst>
                <a:path w="9104" h="2450" fill="none" extrusionOk="0">
                  <a:moveTo>
                    <a:pt x="0" y="0"/>
                  </a:moveTo>
                  <a:lnTo>
                    <a:pt x="9103" y="24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" name="Google Shape;110;p3"/>
            <p:cNvSpPr/>
            <p:nvPr/>
          </p:nvSpPr>
          <p:spPr>
            <a:xfrm>
              <a:off x="1943325" y="439273"/>
              <a:ext cx="460871" cy="49"/>
            </a:xfrm>
            <a:custGeom>
              <a:avLst/>
              <a:gdLst/>
              <a:ahLst/>
              <a:cxnLst/>
              <a:rect l="l" t="t" r="r" b="b"/>
              <a:pathLst>
                <a:path w="9432" h="1" fill="none" extrusionOk="0">
                  <a:moveTo>
                    <a:pt x="0" y="1"/>
                  </a:moveTo>
                  <a:lnTo>
                    <a:pt x="9431" y="1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" name="Google Shape;111;p3"/>
            <p:cNvSpPr/>
            <p:nvPr/>
          </p:nvSpPr>
          <p:spPr>
            <a:xfrm>
              <a:off x="1967805" y="487354"/>
              <a:ext cx="445821" cy="119713"/>
            </a:xfrm>
            <a:custGeom>
              <a:avLst/>
              <a:gdLst/>
              <a:ahLst/>
              <a:cxnLst/>
              <a:rect l="l" t="t" r="r" b="b"/>
              <a:pathLst>
                <a:path w="9124" h="2450" fill="none" extrusionOk="0">
                  <a:moveTo>
                    <a:pt x="1" y="2450"/>
                  </a:moveTo>
                  <a:lnTo>
                    <a:pt x="9123" y="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" name="Google Shape;112;p3"/>
            <p:cNvSpPr/>
            <p:nvPr/>
          </p:nvSpPr>
          <p:spPr>
            <a:xfrm>
              <a:off x="2035676" y="532600"/>
              <a:ext cx="398669" cy="229996"/>
            </a:xfrm>
            <a:custGeom>
              <a:avLst/>
              <a:gdLst/>
              <a:ahLst/>
              <a:cxnLst/>
              <a:rect l="l" t="t" r="r" b="b"/>
              <a:pathLst>
                <a:path w="8159" h="4707" fill="none" extrusionOk="0">
                  <a:moveTo>
                    <a:pt x="0" y="4706"/>
                  </a:moveTo>
                  <a:lnTo>
                    <a:pt x="8158" y="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" name="Google Shape;113;p3"/>
            <p:cNvSpPr/>
            <p:nvPr/>
          </p:nvSpPr>
          <p:spPr>
            <a:xfrm>
              <a:off x="2141219" y="569345"/>
              <a:ext cx="326108" cy="326108"/>
            </a:xfrm>
            <a:custGeom>
              <a:avLst/>
              <a:gdLst/>
              <a:ahLst/>
              <a:cxnLst/>
              <a:rect l="l" t="t" r="r" b="b"/>
              <a:pathLst>
                <a:path w="6674" h="6674" fill="none" extrusionOk="0">
                  <a:moveTo>
                    <a:pt x="0" y="6674"/>
                  </a:moveTo>
                  <a:lnTo>
                    <a:pt x="6673" y="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" name="Google Shape;114;p3"/>
            <p:cNvSpPr/>
            <p:nvPr/>
          </p:nvSpPr>
          <p:spPr>
            <a:xfrm>
              <a:off x="2277840" y="597588"/>
              <a:ext cx="229996" cy="398718"/>
            </a:xfrm>
            <a:custGeom>
              <a:avLst/>
              <a:gdLst/>
              <a:ahLst/>
              <a:cxnLst/>
              <a:rect l="l" t="t" r="r" b="b"/>
              <a:pathLst>
                <a:path w="4707" h="8160" fill="none" extrusionOk="0">
                  <a:moveTo>
                    <a:pt x="1" y="8159"/>
                  </a:moveTo>
                  <a:lnTo>
                    <a:pt x="4707" y="1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" name="Google Shape;115;p3"/>
            <p:cNvSpPr/>
            <p:nvPr/>
          </p:nvSpPr>
          <p:spPr>
            <a:xfrm>
              <a:off x="2435227" y="613615"/>
              <a:ext cx="118785" cy="444893"/>
            </a:xfrm>
            <a:custGeom>
              <a:avLst/>
              <a:gdLst/>
              <a:ahLst/>
              <a:cxnLst/>
              <a:rect l="l" t="t" r="r" b="b"/>
              <a:pathLst>
                <a:path w="2431" h="9105" fill="none" extrusionOk="0">
                  <a:moveTo>
                    <a:pt x="1" y="9104"/>
                  </a:moveTo>
                  <a:lnTo>
                    <a:pt x="2431" y="1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" name="Google Shape;116;p3"/>
            <p:cNvSpPr/>
            <p:nvPr/>
          </p:nvSpPr>
          <p:spPr>
            <a:xfrm>
              <a:off x="2602973" y="617377"/>
              <a:ext cx="49" cy="460920"/>
            </a:xfrm>
            <a:custGeom>
              <a:avLst/>
              <a:gdLst/>
              <a:ahLst/>
              <a:cxnLst/>
              <a:rect l="l" t="t" r="r" b="b"/>
              <a:pathLst>
                <a:path w="1" h="9433" fill="none" extrusionOk="0">
                  <a:moveTo>
                    <a:pt x="1" y="9432"/>
                  </a:moveTo>
                  <a:lnTo>
                    <a:pt x="1" y="1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" name="Google Shape;117;p3"/>
            <p:cNvSpPr/>
            <p:nvPr/>
          </p:nvSpPr>
          <p:spPr>
            <a:xfrm>
              <a:off x="2651982" y="607996"/>
              <a:ext cx="118785" cy="444844"/>
            </a:xfrm>
            <a:custGeom>
              <a:avLst/>
              <a:gdLst/>
              <a:ahLst/>
              <a:cxnLst/>
              <a:rect l="l" t="t" r="r" b="b"/>
              <a:pathLst>
                <a:path w="2431" h="9104" fill="none" extrusionOk="0">
                  <a:moveTo>
                    <a:pt x="2431" y="9103"/>
                  </a:moveTo>
                  <a:lnTo>
                    <a:pt x="1" y="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" name="Google Shape;118;p3"/>
            <p:cNvSpPr/>
            <p:nvPr/>
          </p:nvSpPr>
          <p:spPr>
            <a:xfrm>
              <a:off x="2696300" y="586301"/>
              <a:ext cx="229996" cy="398669"/>
            </a:xfrm>
            <a:custGeom>
              <a:avLst/>
              <a:gdLst/>
              <a:ahLst/>
              <a:cxnLst/>
              <a:rect l="l" t="t" r="r" b="b"/>
              <a:pathLst>
                <a:path w="4707" h="8159" fill="none" extrusionOk="0">
                  <a:moveTo>
                    <a:pt x="4706" y="8159"/>
                  </a:moveTo>
                  <a:lnTo>
                    <a:pt x="0" y="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" name="Google Shape;119;p3"/>
            <p:cNvSpPr/>
            <p:nvPr/>
          </p:nvSpPr>
          <p:spPr>
            <a:xfrm>
              <a:off x="2733974" y="554247"/>
              <a:ext cx="325180" cy="326108"/>
            </a:xfrm>
            <a:custGeom>
              <a:avLst/>
              <a:gdLst/>
              <a:ahLst/>
              <a:cxnLst/>
              <a:rect l="l" t="t" r="r" b="b"/>
              <a:pathLst>
                <a:path w="6655" h="6674" fill="none" extrusionOk="0">
                  <a:moveTo>
                    <a:pt x="6655" y="6674"/>
                  </a:moveTo>
                  <a:lnTo>
                    <a:pt x="1" y="1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" name="Google Shape;120;p3"/>
            <p:cNvSpPr/>
            <p:nvPr/>
          </p:nvSpPr>
          <p:spPr>
            <a:xfrm>
              <a:off x="2761288" y="513739"/>
              <a:ext cx="398718" cy="229996"/>
            </a:xfrm>
            <a:custGeom>
              <a:avLst/>
              <a:gdLst/>
              <a:ahLst/>
              <a:cxnLst/>
              <a:rect l="l" t="t" r="r" b="b"/>
              <a:pathLst>
                <a:path w="8160" h="4707" fill="none" extrusionOk="0">
                  <a:moveTo>
                    <a:pt x="8159" y="4706"/>
                  </a:moveTo>
                  <a:lnTo>
                    <a:pt x="1" y="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" name="Google Shape;121;p3"/>
            <p:cNvSpPr/>
            <p:nvPr/>
          </p:nvSpPr>
          <p:spPr>
            <a:xfrm>
              <a:off x="2777315" y="466636"/>
              <a:ext cx="444893" cy="119713"/>
            </a:xfrm>
            <a:custGeom>
              <a:avLst/>
              <a:gdLst/>
              <a:ahLst/>
              <a:cxnLst/>
              <a:rect l="l" t="t" r="r" b="b"/>
              <a:pathLst>
                <a:path w="9105" h="2450" fill="none" extrusionOk="0">
                  <a:moveTo>
                    <a:pt x="9104" y="2449"/>
                  </a:moveTo>
                  <a:lnTo>
                    <a:pt x="1" y="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" name="Google Shape;122;p3"/>
            <p:cNvSpPr/>
            <p:nvPr/>
          </p:nvSpPr>
          <p:spPr>
            <a:xfrm>
              <a:off x="2781077" y="417626"/>
              <a:ext cx="460920" cy="49"/>
            </a:xfrm>
            <a:custGeom>
              <a:avLst/>
              <a:gdLst/>
              <a:ahLst/>
              <a:cxnLst/>
              <a:rect l="l" t="t" r="r" b="b"/>
              <a:pathLst>
                <a:path w="9433" h="1" fill="none" extrusionOk="0">
                  <a:moveTo>
                    <a:pt x="9432" y="0"/>
                  </a:moveTo>
                  <a:lnTo>
                    <a:pt x="1" y="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" name="Google Shape;123;p3"/>
            <p:cNvSpPr/>
            <p:nvPr/>
          </p:nvSpPr>
          <p:spPr>
            <a:xfrm>
              <a:off x="2771696" y="249880"/>
              <a:ext cx="444844" cy="119713"/>
            </a:xfrm>
            <a:custGeom>
              <a:avLst/>
              <a:gdLst/>
              <a:ahLst/>
              <a:cxnLst/>
              <a:rect l="l" t="t" r="r" b="b"/>
              <a:pathLst>
                <a:path w="9104" h="2450" fill="none" extrusionOk="0">
                  <a:moveTo>
                    <a:pt x="9103" y="0"/>
                  </a:moveTo>
                  <a:lnTo>
                    <a:pt x="0" y="24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" name="Google Shape;124;p3"/>
            <p:cNvSpPr/>
            <p:nvPr/>
          </p:nvSpPr>
          <p:spPr>
            <a:xfrm>
              <a:off x="2750929" y="94350"/>
              <a:ext cx="398718" cy="230973"/>
            </a:xfrm>
            <a:custGeom>
              <a:avLst/>
              <a:gdLst/>
              <a:ahLst/>
              <a:cxnLst/>
              <a:rect l="l" t="t" r="r" b="b"/>
              <a:pathLst>
                <a:path w="8160" h="4727" fill="none" extrusionOk="0">
                  <a:moveTo>
                    <a:pt x="8159" y="1"/>
                  </a:moveTo>
                  <a:lnTo>
                    <a:pt x="1" y="4726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" name="Google Shape;125;p3"/>
            <p:cNvSpPr/>
            <p:nvPr/>
          </p:nvSpPr>
          <p:spPr>
            <a:xfrm>
              <a:off x="2717947" y="-38508"/>
              <a:ext cx="326108" cy="326108"/>
            </a:xfrm>
            <a:custGeom>
              <a:avLst/>
              <a:gdLst/>
              <a:ahLst/>
              <a:cxnLst/>
              <a:rect l="l" t="t" r="r" b="b"/>
              <a:pathLst>
                <a:path w="6674" h="6674" fill="none" extrusionOk="0">
                  <a:moveTo>
                    <a:pt x="6674" y="0"/>
                  </a:moveTo>
                  <a:lnTo>
                    <a:pt x="1" y="6674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" name="Google Shape;126;p3"/>
            <p:cNvSpPr/>
            <p:nvPr/>
          </p:nvSpPr>
          <p:spPr>
            <a:xfrm>
              <a:off x="2677439" y="-139361"/>
              <a:ext cx="229996" cy="399646"/>
            </a:xfrm>
            <a:custGeom>
              <a:avLst/>
              <a:gdLst/>
              <a:ahLst/>
              <a:cxnLst/>
              <a:rect l="l" t="t" r="r" b="b"/>
              <a:pathLst>
                <a:path w="4707" h="8179" fill="none" extrusionOk="0">
                  <a:moveTo>
                    <a:pt x="4706" y="1"/>
                  </a:moveTo>
                  <a:lnTo>
                    <a:pt x="0" y="8178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" name="Google Shape;127;p3"/>
            <p:cNvSpPr/>
            <p:nvPr/>
          </p:nvSpPr>
          <p:spPr>
            <a:xfrm>
              <a:off x="2631264" y="-201563"/>
              <a:ext cx="118785" cy="444893"/>
            </a:xfrm>
            <a:custGeom>
              <a:avLst/>
              <a:gdLst/>
              <a:ahLst/>
              <a:cxnLst/>
              <a:rect l="l" t="t" r="r" b="b"/>
              <a:pathLst>
                <a:path w="2431" h="9105" fill="none" extrusionOk="0">
                  <a:moveTo>
                    <a:pt x="2430" y="1"/>
                  </a:moveTo>
                  <a:lnTo>
                    <a:pt x="0" y="9104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" name="Google Shape;128;p3"/>
            <p:cNvSpPr/>
            <p:nvPr/>
          </p:nvSpPr>
          <p:spPr>
            <a:xfrm>
              <a:off x="2607712" y="-215684"/>
              <a:ext cx="62251" cy="456180"/>
            </a:xfrm>
            <a:custGeom>
              <a:avLst/>
              <a:gdLst/>
              <a:ahLst/>
              <a:cxnLst/>
              <a:rect l="l" t="t" r="r" b="b"/>
              <a:pathLst>
                <a:path w="1274" h="9336" fill="none" extrusionOk="0">
                  <a:moveTo>
                    <a:pt x="1273" y="0"/>
                  </a:moveTo>
                  <a:lnTo>
                    <a:pt x="0" y="9335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" name="Google Shape;129;p3"/>
            <p:cNvSpPr/>
            <p:nvPr/>
          </p:nvSpPr>
          <p:spPr>
            <a:xfrm>
              <a:off x="2500263" y="-213779"/>
              <a:ext cx="57511" cy="457109"/>
            </a:xfrm>
            <a:custGeom>
              <a:avLst/>
              <a:gdLst/>
              <a:ahLst/>
              <a:cxnLst/>
              <a:rect l="l" t="t" r="r" b="b"/>
              <a:pathLst>
                <a:path w="1177" h="9355" fill="none" extrusionOk="0">
                  <a:moveTo>
                    <a:pt x="1" y="0"/>
                  </a:moveTo>
                  <a:lnTo>
                    <a:pt x="1177" y="9354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" name="Google Shape;130;p3"/>
            <p:cNvSpPr/>
            <p:nvPr/>
          </p:nvSpPr>
          <p:spPr>
            <a:xfrm>
              <a:off x="2337208" y="-168580"/>
              <a:ext cx="174390" cy="426961"/>
            </a:xfrm>
            <a:custGeom>
              <a:avLst/>
              <a:gdLst/>
              <a:ahLst/>
              <a:cxnLst/>
              <a:rect l="l" t="t" r="r" b="b"/>
              <a:pathLst>
                <a:path w="3569" h="8738" fill="none" extrusionOk="0">
                  <a:moveTo>
                    <a:pt x="1" y="1"/>
                  </a:moveTo>
                  <a:lnTo>
                    <a:pt x="3569" y="8738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" name="Google Shape;131;p3"/>
            <p:cNvSpPr/>
            <p:nvPr/>
          </p:nvSpPr>
          <p:spPr>
            <a:xfrm>
              <a:off x="2191157" y="-81849"/>
              <a:ext cx="279005" cy="366615"/>
            </a:xfrm>
            <a:custGeom>
              <a:avLst/>
              <a:gdLst/>
              <a:ahLst/>
              <a:cxnLst/>
              <a:rect l="l" t="t" r="r" b="b"/>
              <a:pathLst>
                <a:path w="5710" h="7503" fill="none" extrusionOk="0">
                  <a:moveTo>
                    <a:pt x="0" y="0"/>
                  </a:moveTo>
                  <a:lnTo>
                    <a:pt x="5709" y="7503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" name="Google Shape;132;p3"/>
            <p:cNvSpPr/>
            <p:nvPr/>
          </p:nvSpPr>
          <p:spPr>
            <a:xfrm>
              <a:off x="2072420" y="39722"/>
              <a:ext cx="364759" cy="281790"/>
            </a:xfrm>
            <a:custGeom>
              <a:avLst/>
              <a:gdLst/>
              <a:ahLst/>
              <a:cxnLst/>
              <a:rect l="l" t="t" r="r" b="b"/>
              <a:pathLst>
                <a:path w="7465" h="5767" fill="none" extrusionOk="0">
                  <a:moveTo>
                    <a:pt x="0" y="0"/>
                  </a:moveTo>
                  <a:lnTo>
                    <a:pt x="7464" y="5767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" name="Google Shape;133;p3"/>
            <p:cNvSpPr/>
            <p:nvPr/>
          </p:nvSpPr>
          <p:spPr>
            <a:xfrm>
              <a:off x="1989500" y="187678"/>
              <a:ext cx="425055" cy="178153"/>
            </a:xfrm>
            <a:custGeom>
              <a:avLst/>
              <a:gdLst/>
              <a:ahLst/>
              <a:cxnLst/>
              <a:rect l="l" t="t" r="r" b="b"/>
              <a:pathLst>
                <a:path w="8699" h="3646" fill="none" extrusionOk="0">
                  <a:moveTo>
                    <a:pt x="0" y="0"/>
                  </a:moveTo>
                  <a:lnTo>
                    <a:pt x="8698" y="3645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" name="Google Shape;134;p3"/>
            <p:cNvSpPr/>
            <p:nvPr/>
          </p:nvSpPr>
          <p:spPr>
            <a:xfrm>
              <a:off x="1948016" y="351662"/>
              <a:ext cx="456180" cy="62251"/>
            </a:xfrm>
            <a:custGeom>
              <a:avLst/>
              <a:gdLst/>
              <a:ahLst/>
              <a:cxnLst/>
              <a:rect l="l" t="t" r="r" b="b"/>
              <a:pathLst>
                <a:path w="9336" h="1274" fill="none" extrusionOk="0">
                  <a:moveTo>
                    <a:pt x="1" y="0"/>
                  </a:moveTo>
                  <a:lnTo>
                    <a:pt x="9335" y="1273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" name="Google Shape;135;p3"/>
            <p:cNvSpPr/>
            <p:nvPr/>
          </p:nvSpPr>
          <p:spPr>
            <a:xfrm>
              <a:off x="1949921" y="462824"/>
              <a:ext cx="457109" cy="58488"/>
            </a:xfrm>
            <a:custGeom>
              <a:avLst/>
              <a:gdLst/>
              <a:ahLst/>
              <a:cxnLst/>
              <a:rect l="l" t="t" r="r" b="b"/>
              <a:pathLst>
                <a:path w="9355" h="1197" fill="none" extrusionOk="0">
                  <a:moveTo>
                    <a:pt x="0" y="1197"/>
                  </a:moveTo>
                  <a:lnTo>
                    <a:pt x="9354" y="1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" name="Google Shape;136;p3"/>
            <p:cNvSpPr/>
            <p:nvPr/>
          </p:nvSpPr>
          <p:spPr>
            <a:xfrm>
              <a:off x="1996097" y="509977"/>
              <a:ext cx="425983" cy="174390"/>
            </a:xfrm>
            <a:custGeom>
              <a:avLst/>
              <a:gdLst/>
              <a:ahLst/>
              <a:cxnLst/>
              <a:rect l="l" t="t" r="r" b="b"/>
              <a:pathLst>
                <a:path w="8718" h="3569" fill="none" extrusionOk="0">
                  <a:moveTo>
                    <a:pt x="0" y="3568"/>
                  </a:moveTo>
                  <a:lnTo>
                    <a:pt x="8718" y="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" name="Google Shape;137;p3"/>
            <p:cNvSpPr/>
            <p:nvPr/>
          </p:nvSpPr>
          <p:spPr>
            <a:xfrm>
              <a:off x="2081851" y="551413"/>
              <a:ext cx="367593" cy="279005"/>
            </a:xfrm>
            <a:custGeom>
              <a:avLst/>
              <a:gdLst/>
              <a:ahLst/>
              <a:cxnLst/>
              <a:rect l="l" t="t" r="r" b="b"/>
              <a:pathLst>
                <a:path w="7523" h="5710" fill="none" extrusionOk="0">
                  <a:moveTo>
                    <a:pt x="0" y="5710"/>
                  </a:moveTo>
                  <a:lnTo>
                    <a:pt x="7522" y="1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" name="Google Shape;138;p3"/>
            <p:cNvSpPr/>
            <p:nvPr/>
          </p:nvSpPr>
          <p:spPr>
            <a:xfrm>
              <a:off x="2203422" y="584395"/>
              <a:ext cx="281790" cy="363830"/>
            </a:xfrm>
            <a:custGeom>
              <a:avLst/>
              <a:gdLst/>
              <a:ahLst/>
              <a:cxnLst/>
              <a:rect l="l" t="t" r="r" b="b"/>
              <a:pathLst>
                <a:path w="5767" h="7446" fill="none" extrusionOk="0">
                  <a:moveTo>
                    <a:pt x="0" y="7446"/>
                  </a:moveTo>
                  <a:lnTo>
                    <a:pt x="5767" y="1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" name="Google Shape;139;p3"/>
            <p:cNvSpPr/>
            <p:nvPr/>
          </p:nvSpPr>
          <p:spPr>
            <a:xfrm>
              <a:off x="2351378" y="607018"/>
              <a:ext cx="178153" cy="424126"/>
            </a:xfrm>
            <a:custGeom>
              <a:avLst/>
              <a:gdLst/>
              <a:ahLst/>
              <a:cxnLst/>
              <a:rect l="l" t="t" r="r" b="b"/>
              <a:pathLst>
                <a:path w="3646" h="8680" fill="none" extrusionOk="0">
                  <a:moveTo>
                    <a:pt x="0" y="8680"/>
                  </a:moveTo>
                  <a:lnTo>
                    <a:pt x="3645" y="1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" name="Google Shape;140;p3"/>
            <p:cNvSpPr/>
            <p:nvPr/>
          </p:nvSpPr>
          <p:spPr>
            <a:xfrm>
              <a:off x="2515362" y="616449"/>
              <a:ext cx="62251" cy="457109"/>
            </a:xfrm>
            <a:custGeom>
              <a:avLst/>
              <a:gdLst/>
              <a:ahLst/>
              <a:cxnLst/>
              <a:rect l="l" t="t" r="r" b="b"/>
              <a:pathLst>
                <a:path w="1274" h="9355" fill="none" extrusionOk="0">
                  <a:moveTo>
                    <a:pt x="0" y="9355"/>
                  </a:moveTo>
                  <a:lnTo>
                    <a:pt x="1273" y="1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" name="Google Shape;141;p3"/>
            <p:cNvSpPr/>
            <p:nvPr/>
          </p:nvSpPr>
          <p:spPr>
            <a:xfrm>
              <a:off x="2626524" y="614592"/>
              <a:ext cx="58488" cy="457109"/>
            </a:xfrm>
            <a:custGeom>
              <a:avLst/>
              <a:gdLst/>
              <a:ahLst/>
              <a:cxnLst/>
              <a:rect l="l" t="t" r="r" b="b"/>
              <a:pathLst>
                <a:path w="1197" h="9355" fill="none" extrusionOk="0">
                  <a:moveTo>
                    <a:pt x="1197" y="9354"/>
                  </a:moveTo>
                  <a:lnTo>
                    <a:pt x="1" y="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" name="Google Shape;142;p3"/>
            <p:cNvSpPr/>
            <p:nvPr/>
          </p:nvSpPr>
          <p:spPr>
            <a:xfrm>
              <a:off x="2673677" y="598565"/>
              <a:ext cx="174390" cy="426961"/>
            </a:xfrm>
            <a:custGeom>
              <a:avLst/>
              <a:gdLst/>
              <a:ahLst/>
              <a:cxnLst/>
              <a:rect l="l" t="t" r="r" b="b"/>
              <a:pathLst>
                <a:path w="3569" h="8738" fill="none" extrusionOk="0">
                  <a:moveTo>
                    <a:pt x="3568" y="8737"/>
                  </a:moveTo>
                  <a:lnTo>
                    <a:pt x="0" y="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" name="Google Shape;143;p3"/>
            <p:cNvSpPr/>
            <p:nvPr/>
          </p:nvSpPr>
          <p:spPr>
            <a:xfrm>
              <a:off x="2715113" y="572179"/>
              <a:ext cx="279005" cy="366615"/>
            </a:xfrm>
            <a:custGeom>
              <a:avLst/>
              <a:gdLst/>
              <a:ahLst/>
              <a:cxnLst/>
              <a:rect l="l" t="t" r="r" b="b"/>
              <a:pathLst>
                <a:path w="5710" h="7503" fill="none" extrusionOk="0">
                  <a:moveTo>
                    <a:pt x="5710" y="7503"/>
                  </a:moveTo>
                  <a:lnTo>
                    <a:pt x="1" y="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" name="Google Shape;144;p3"/>
            <p:cNvSpPr/>
            <p:nvPr/>
          </p:nvSpPr>
          <p:spPr>
            <a:xfrm>
              <a:off x="2748095" y="535386"/>
              <a:ext cx="364759" cy="281839"/>
            </a:xfrm>
            <a:custGeom>
              <a:avLst/>
              <a:gdLst/>
              <a:ahLst/>
              <a:cxnLst/>
              <a:rect l="l" t="t" r="r" b="b"/>
              <a:pathLst>
                <a:path w="7465" h="5768" fill="none" extrusionOk="0">
                  <a:moveTo>
                    <a:pt x="7465" y="5768"/>
                  </a:moveTo>
                  <a:lnTo>
                    <a:pt x="1" y="1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" name="Google Shape;145;p3"/>
            <p:cNvSpPr/>
            <p:nvPr/>
          </p:nvSpPr>
          <p:spPr>
            <a:xfrm>
              <a:off x="2770718" y="491116"/>
              <a:ext cx="424126" cy="179081"/>
            </a:xfrm>
            <a:custGeom>
              <a:avLst/>
              <a:gdLst/>
              <a:ahLst/>
              <a:cxnLst/>
              <a:rect l="l" t="t" r="r" b="b"/>
              <a:pathLst>
                <a:path w="8680" h="3665" fill="none" extrusionOk="0">
                  <a:moveTo>
                    <a:pt x="8680" y="3665"/>
                  </a:moveTo>
                  <a:lnTo>
                    <a:pt x="1" y="1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" name="Google Shape;146;p3"/>
            <p:cNvSpPr/>
            <p:nvPr/>
          </p:nvSpPr>
          <p:spPr>
            <a:xfrm>
              <a:off x="2781077" y="443035"/>
              <a:ext cx="456180" cy="62251"/>
            </a:xfrm>
            <a:custGeom>
              <a:avLst/>
              <a:gdLst/>
              <a:ahLst/>
              <a:cxnLst/>
              <a:rect l="l" t="t" r="r" b="b"/>
              <a:pathLst>
                <a:path w="9336" h="1274" fill="none" extrusionOk="0">
                  <a:moveTo>
                    <a:pt x="9336" y="1274"/>
                  </a:moveTo>
                  <a:lnTo>
                    <a:pt x="1" y="1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" name="Google Shape;147;p3"/>
            <p:cNvSpPr/>
            <p:nvPr/>
          </p:nvSpPr>
          <p:spPr>
            <a:xfrm>
              <a:off x="2778292" y="335635"/>
              <a:ext cx="457109" cy="58440"/>
            </a:xfrm>
            <a:custGeom>
              <a:avLst/>
              <a:gdLst/>
              <a:ahLst/>
              <a:cxnLst/>
              <a:rect l="l" t="t" r="r" b="b"/>
              <a:pathLst>
                <a:path w="9355" h="1196" fill="none" extrusionOk="0">
                  <a:moveTo>
                    <a:pt x="9354" y="0"/>
                  </a:moveTo>
                  <a:lnTo>
                    <a:pt x="0" y="1196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" name="Google Shape;148;p3"/>
            <p:cNvSpPr/>
            <p:nvPr/>
          </p:nvSpPr>
          <p:spPr>
            <a:xfrm>
              <a:off x="2763194" y="172579"/>
              <a:ext cx="426032" cy="174390"/>
            </a:xfrm>
            <a:custGeom>
              <a:avLst/>
              <a:gdLst/>
              <a:ahLst/>
              <a:cxnLst/>
              <a:rect l="l" t="t" r="r" b="b"/>
              <a:pathLst>
                <a:path w="8719" h="3569" fill="none" extrusionOk="0">
                  <a:moveTo>
                    <a:pt x="8718" y="1"/>
                  </a:moveTo>
                  <a:lnTo>
                    <a:pt x="1" y="3569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" name="Google Shape;149;p3"/>
            <p:cNvSpPr/>
            <p:nvPr/>
          </p:nvSpPr>
          <p:spPr>
            <a:xfrm>
              <a:off x="2735879" y="27457"/>
              <a:ext cx="366615" cy="278076"/>
            </a:xfrm>
            <a:custGeom>
              <a:avLst/>
              <a:gdLst/>
              <a:ahLst/>
              <a:cxnLst/>
              <a:rect l="l" t="t" r="r" b="b"/>
              <a:pathLst>
                <a:path w="7503" h="5691" fill="none" extrusionOk="0">
                  <a:moveTo>
                    <a:pt x="7503" y="0"/>
                  </a:moveTo>
                  <a:lnTo>
                    <a:pt x="0" y="569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" name="Google Shape;150;p3"/>
            <p:cNvSpPr/>
            <p:nvPr/>
          </p:nvSpPr>
          <p:spPr>
            <a:xfrm>
              <a:off x="2699135" y="-91280"/>
              <a:ext cx="282767" cy="364759"/>
            </a:xfrm>
            <a:custGeom>
              <a:avLst/>
              <a:gdLst/>
              <a:ahLst/>
              <a:cxnLst/>
              <a:rect l="l" t="t" r="r" b="b"/>
              <a:pathLst>
                <a:path w="5787" h="7465" fill="none" extrusionOk="0">
                  <a:moveTo>
                    <a:pt x="5786" y="0"/>
                  </a:moveTo>
                  <a:lnTo>
                    <a:pt x="0" y="7464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" name="Google Shape;151;p3"/>
            <p:cNvSpPr/>
            <p:nvPr/>
          </p:nvSpPr>
          <p:spPr>
            <a:xfrm>
              <a:off x="2655744" y="-174200"/>
              <a:ext cx="178153" cy="425055"/>
            </a:xfrm>
            <a:custGeom>
              <a:avLst/>
              <a:gdLst/>
              <a:ahLst/>
              <a:cxnLst/>
              <a:rect l="l" t="t" r="r" b="b"/>
              <a:pathLst>
                <a:path w="3646" h="8699" fill="none" extrusionOk="0">
                  <a:moveTo>
                    <a:pt x="3646" y="0"/>
                  </a:moveTo>
                  <a:lnTo>
                    <a:pt x="1" y="8698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152" name="Google Shape;152;p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flipH="1">
            <a:off x="-403499" y="-646075"/>
            <a:ext cx="2527512" cy="268125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53" name="Google Shape;153;p3"/>
          <p:cNvGrpSpPr/>
          <p:nvPr/>
        </p:nvGrpSpPr>
        <p:grpSpPr>
          <a:xfrm flipH="1">
            <a:off x="-467701" y="3429220"/>
            <a:ext cx="1965289" cy="517060"/>
            <a:chOff x="3539975" y="3523525"/>
            <a:chExt cx="745925" cy="196250"/>
          </a:xfrm>
        </p:grpSpPr>
        <p:sp>
          <p:nvSpPr>
            <p:cNvPr id="154" name="Google Shape;154;p3"/>
            <p:cNvSpPr/>
            <p:nvPr/>
          </p:nvSpPr>
          <p:spPr>
            <a:xfrm>
              <a:off x="3539975" y="3523525"/>
              <a:ext cx="196250" cy="196250"/>
            </a:xfrm>
            <a:custGeom>
              <a:avLst/>
              <a:gdLst/>
              <a:ahLst/>
              <a:cxnLst/>
              <a:rect l="l" t="t" r="r" b="b"/>
              <a:pathLst>
                <a:path w="7850" h="7850" fill="none" extrusionOk="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" name="Google Shape;155;p3"/>
            <p:cNvSpPr/>
            <p:nvPr/>
          </p:nvSpPr>
          <p:spPr>
            <a:xfrm>
              <a:off x="3576625" y="3523525"/>
              <a:ext cx="196250" cy="196250"/>
            </a:xfrm>
            <a:custGeom>
              <a:avLst/>
              <a:gdLst/>
              <a:ahLst/>
              <a:cxnLst/>
              <a:rect l="l" t="t" r="r" b="b"/>
              <a:pathLst>
                <a:path w="7850" h="7850" fill="none" extrusionOk="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" name="Google Shape;156;p3"/>
            <p:cNvSpPr/>
            <p:nvPr/>
          </p:nvSpPr>
          <p:spPr>
            <a:xfrm>
              <a:off x="3613250" y="3523525"/>
              <a:ext cx="196275" cy="196250"/>
            </a:xfrm>
            <a:custGeom>
              <a:avLst/>
              <a:gdLst/>
              <a:ahLst/>
              <a:cxnLst/>
              <a:rect l="l" t="t" r="r" b="b"/>
              <a:pathLst>
                <a:path w="7851" h="7850" fill="none" extrusionOk="0">
                  <a:moveTo>
                    <a:pt x="1" y="0"/>
                  </a:moveTo>
                  <a:lnTo>
                    <a:pt x="7851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" name="Google Shape;157;p3"/>
            <p:cNvSpPr/>
            <p:nvPr/>
          </p:nvSpPr>
          <p:spPr>
            <a:xfrm>
              <a:off x="3649900" y="3523525"/>
              <a:ext cx="196275" cy="196250"/>
            </a:xfrm>
            <a:custGeom>
              <a:avLst/>
              <a:gdLst/>
              <a:ahLst/>
              <a:cxnLst/>
              <a:rect l="l" t="t" r="r" b="b"/>
              <a:pathLst>
                <a:path w="7851" h="7850" fill="none" extrusionOk="0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" name="Google Shape;158;p3"/>
            <p:cNvSpPr/>
            <p:nvPr/>
          </p:nvSpPr>
          <p:spPr>
            <a:xfrm>
              <a:off x="3686550" y="3523525"/>
              <a:ext cx="196275" cy="196250"/>
            </a:xfrm>
            <a:custGeom>
              <a:avLst/>
              <a:gdLst/>
              <a:ahLst/>
              <a:cxnLst/>
              <a:rect l="l" t="t" r="r" b="b"/>
              <a:pathLst>
                <a:path w="7851" h="7850" fill="none" extrusionOk="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" name="Google Shape;159;p3"/>
            <p:cNvSpPr/>
            <p:nvPr/>
          </p:nvSpPr>
          <p:spPr>
            <a:xfrm>
              <a:off x="3723200" y="3523525"/>
              <a:ext cx="196250" cy="196250"/>
            </a:xfrm>
            <a:custGeom>
              <a:avLst/>
              <a:gdLst/>
              <a:ahLst/>
              <a:cxnLst/>
              <a:rect l="l" t="t" r="r" b="b"/>
              <a:pathLst>
                <a:path w="7850" h="7850" fill="none" extrusionOk="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" name="Google Shape;160;p3"/>
            <p:cNvSpPr/>
            <p:nvPr/>
          </p:nvSpPr>
          <p:spPr>
            <a:xfrm>
              <a:off x="3759825" y="3523525"/>
              <a:ext cx="196275" cy="196250"/>
            </a:xfrm>
            <a:custGeom>
              <a:avLst/>
              <a:gdLst/>
              <a:ahLst/>
              <a:cxnLst/>
              <a:rect l="l" t="t" r="r" b="b"/>
              <a:pathLst>
                <a:path w="7851" h="7850" fill="none" extrusionOk="0">
                  <a:moveTo>
                    <a:pt x="1" y="0"/>
                  </a:moveTo>
                  <a:lnTo>
                    <a:pt x="7851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" name="Google Shape;161;p3"/>
            <p:cNvSpPr/>
            <p:nvPr/>
          </p:nvSpPr>
          <p:spPr>
            <a:xfrm>
              <a:off x="3796475" y="3523525"/>
              <a:ext cx="196275" cy="196250"/>
            </a:xfrm>
            <a:custGeom>
              <a:avLst/>
              <a:gdLst/>
              <a:ahLst/>
              <a:cxnLst/>
              <a:rect l="l" t="t" r="r" b="b"/>
              <a:pathLst>
                <a:path w="7851" h="7850" fill="none" extrusionOk="0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" name="Google Shape;162;p3"/>
            <p:cNvSpPr/>
            <p:nvPr/>
          </p:nvSpPr>
          <p:spPr>
            <a:xfrm>
              <a:off x="3833125" y="3523525"/>
              <a:ext cx="196275" cy="196250"/>
            </a:xfrm>
            <a:custGeom>
              <a:avLst/>
              <a:gdLst/>
              <a:ahLst/>
              <a:cxnLst/>
              <a:rect l="l" t="t" r="r" b="b"/>
              <a:pathLst>
                <a:path w="7851" h="7850" fill="none" extrusionOk="0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" name="Google Shape;163;p3"/>
            <p:cNvSpPr/>
            <p:nvPr/>
          </p:nvSpPr>
          <p:spPr>
            <a:xfrm>
              <a:off x="3869775" y="3523525"/>
              <a:ext cx="196275" cy="196250"/>
            </a:xfrm>
            <a:custGeom>
              <a:avLst/>
              <a:gdLst/>
              <a:ahLst/>
              <a:cxnLst/>
              <a:rect l="l" t="t" r="r" b="b"/>
              <a:pathLst>
                <a:path w="7851" h="7850" fill="none" extrusionOk="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" name="Google Shape;164;p3"/>
            <p:cNvSpPr/>
            <p:nvPr/>
          </p:nvSpPr>
          <p:spPr>
            <a:xfrm>
              <a:off x="3906425" y="3523525"/>
              <a:ext cx="196250" cy="196250"/>
            </a:xfrm>
            <a:custGeom>
              <a:avLst/>
              <a:gdLst/>
              <a:ahLst/>
              <a:cxnLst/>
              <a:rect l="l" t="t" r="r" b="b"/>
              <a:pathLst>
                <a:path w="7850" h="7850" fill="none" extrusionOk="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" name="Google Shape;165;p3"/>
            <p:cNvSpPr/>
            <p:nvPr/>
          </p:nvSpPr>
          <p:spPr>
            <a:xfrm>
              <a:off x="3943050" y="3523525"/>
              <a:ext cx="196275" cy="196250"/>
            </a:xfrm>
            <a:custGeom>
              <a:avLst/>
              <a:gdLst/>
              <a:ahLst/>
              <a:cxnLst/>
              <a:rect l="l" t="t" r="r" b="b"/>
              <a:pathLst>
                <a:path w="7851" h="7850" fill="none" extrusionOk="0">
                  <a:moveTo>
                    <a:pt x="1" y="0"/>
                  </a:moveTo>
                  <a:lnTo>
                    <a:pt x="7851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" name="Google Shape;166;p3"/>
            <p:cNvSpPr/>
            <p:nvPr/>
          </p:nvSpPr>
          <p:spPr>
            <a:xfrm>
              <a:off x="3979700" y="3523525"/>
              <a:ext cx="196275" cy="196250"/>
            </a:xfrm>
            <a:custGeom>
              <a:avLst/>
              <a:gdLst/>
              <a:ahLst/>
              <a:cxnLst/>
              <a:rect l="l" t="t" r="r" b="b"/>
              <a:pathLst>
                <a:path w="7851" h="7850" fill="none" extrusionOk="0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" name="Google Shape;167;p3"/>
            <p:cNvSpPr/>
            <p:nvPr/>
          </p:nvSpPr>
          <p:spPr>
            <a:xfrm>
              <a:off x="4016350" y="3523525"/>
              <a:ext cx="196275" cy="196250"/>
            </a:xfrm>
            <a:custGeom>
              <a:avLst/>
              <a:gdLst/>
              <a:ahLst/>
              <a:cxnLst/>
              <a:rect l="l" t="t" r="r" b="b"/>
              <a:pathLst>
                <a:path w="7851" h="7850" fill="none" extrusionOk="0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" name="Google Shape;168;p3"/>
            <p:cNvSpPr/>
            <p:nvPr/>
          </p:nvSpPr>
          <p:spPr>
            <a:xfrm>
              <a:off x="4053000" y="3523525"/>
              <a:ext cx="196250" cy="196250"/>
            </a:xfrm>
            <a:custGeom>
              <a:avLst/>
              <a:gdLst/>
              <a:ahLst/>
              <a:cxnLst/>
              <a:rect l="l" t="t" r="r" b="b"/>
              <a:pathLst>
                <a:path w="7850" h="7850" fill="none" extrusionOk="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" name="Google Shape;169;p3"/>
            <p:cNvSpPr/>
            <p:nvPr/>
          </p:nvSpPr>
          <p:spPr>
            <a:xfrm>
              <a:off x="4089650" y="3523525"/>
              <a:ext cx="196250" cy="196250"/>
            </a:xfrm>
            <a:custGeom>
              <a:avLst/>
              <a:gdLst/>
              <a:ahLst/>
              <a:cxnLst/>
              <a:rect l="l" t="t" r="r" b="b"/>
              <a:pathLst>
                <a:path w="7850" h="7850" fill="none" extrusionOk="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6" name="Google Shape;386;p9"/>
          <p:cNvPicPr preferRelativeResize="0"/>
          <p:nvPr/>
        </p:nvPicPr>
        <p:blipFill rotWithShape="1">
          <a:blip r:embed="rId2">
            <a:alphaModFix amt="60000"/>
          </a:blip>
          <a:srcRect t="9" b="9"/>
          <a:stretch/>
        </p:blipFill>
        <p:spPr>
          <a:xfrm rot="10800000" flipH="1">
            <a:off x="0" y="1"/>
            <a:ext cx="9144002" cy="5143499"/>
          </a:xfrm>
          <a:prstGeom prst="rect">
            <a:avLst/>
          </a:prstGeom>
          <a:noFill/>
          <a:ln>
            <a:noFill/>
          </a:ln>
        </p:spPr>
      </p:pic>
      <p:sp>
        <p:nvSpPr>
          <p:cNvPr id="387" name="Google Shape;387;p9"/>
          <p:cNvSpPr txBox="1">
            <a:spLocks noGrp="1"/>
          </p:cNvSpPr>
          <p:nvPr>
            <p:ph type="title"/>
          </p:nvPr>
        </p:nvSpPr>
        <p:spPr>
          <a:xfrm>
            <a:off x="803348" y="1764416"/>
            <a:ext cx="4635900" cy="6321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8" name="Google Shape;388;p9"/>
          <p:cNvSpPr txBox="1">
            <a:spLocks noGrp="1"/>
          </p:cNvSpPr>
          <p:nvPr>
            <p:ph type="subTitle" idx="1"/>
          </p:nvPr>
        </p:nvSpPr>
        <p:spPr>
          <a:xfrm>
            <a:off x="803350" y="2483809"/>
            <a:ext cx="4635900" cy="133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17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grpSp>
        <p:nvGrpSpPr>
          <p:cNvPr id="389" name="Google Shape;389;p9"/>
          <p:cNvGrpSpPr/>
          <p:nvPr/>
        </p:nvGrpSpPr>
        <p:grpSpPr>
          <a:xfrm>
            <a:off x="391864" y="4307270"/>
            <a:ext cx="289170" cy="284718"/>
            <a:chOff x="426000" y="3302025"/>
            <a:chExt cx="220875" cy="217475"/>
          </a:xfrm>
        </p:grpSpPr>
        <p:sp>
          <p:nvSpPr>
            <p:cNvPr id="390" name="Google Shape;390;p9"/>
            <p:cNvSpPr/>
            <p:nvPr/>
          </p:nvSpPr>
          <p:spPr>
            <a:xfrm>
              <a:off x="426000" y="3425950"/>
              <a:ext cx="214125" cy="93550"/>
            </a:xfrm>
            <a:custGeom>
              <a:avLst/>
              <a:gdLst/>
              <a:ahLst/>
              <a:cxnLst/>
              <a:rect l="l" t="t" r="r" b="b"/>
              <a:pathLst>
                <a:path w="8565" h="3742" extrusionOk="0">
                  <a:moveTo>
                    <a:pt x="1" y="0"/>
                  </a:moveTo>
                  <a:cubicBezTo>
                    <a:pt x="290" y="2141"/>
                    <a:pt x="2122" y="3742"/>
                    <a:pt x="4283" y="3742"/>
                  </a:cubicBezTo>
                  <a:cubicBezTo>
                    <a:pt x="6443" y="3742"/>
                    <a:pt x="8275" y="2141"/>
                    <a:pt x="856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1" name="Google Shape;391;p9"/>
            <p:cNvSpPr/>
            <p:nvPr/>
          </p:nvSpPr>
          <p:spPr>
            <a:xfrm>
              <a:off x="432750" y="3302025"/>
              <a:ext cx="214125" cy="94050"/>
            </a:xfrm>
            <a:custGeom>
              <a:avLst/>
              <a:gdLst/>
              <a:ahLst/>
              <a:cxnLst/>
              <a:rect l="l" t="t" r="r" b="b"/>
              <a:pathLst>
                <a:path w="8565" h="3762" extrusionOk="0">
                  <a:moveTo>
                    <a:pt x="1" y="0"/>
                  </a:moveTo>
                  <a:cubicBezTo>
                    <a:pt x="271" y="2141"/>
                    <a:pt x="2103" y="3761"/>
                    <a:pt x="4283" y="3761"/>
                  </a:cubicBezTo>
                  <a:cubicBezTo>
                    <a:pt x="6443" y="3761"/>
                    <a:pt x="8275" y="2141"/>
                    <a:pt x="856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92" name="Google Shape;392;p9"/>
          <p:cNvGrpSpPr/>
          <p:nvPr/>
        </p:nvGrpSpPr>
        <p:grpSpPr>
          <a:xfrm>
            <a:off x="4724908" y="599573"/>
            <a:ext cx="793256" cy="182899"/>
            <a:chOff x="2685575" y="2835950"/>
            <a:chExt cx="433000" cy="99825"/>
          </a:xfrm>
        </p:grpSpPr>
        <p:sp>
          <p:nvSpPr>
            <p:cNvPr id="393" name="Google Shape;393;p9"/>
            <p:cNvSpPr/>
            <p:nvPr/>
          </p:nvSpPr>
          <p:spPr>
            <a:xfrm>
              <a:off x="3032250" y="2835950"/>
              <a:ext cx="86325" cy="99825"/>
            </a:xfrm>
            <a:custGeom>
              <a:avLst/>
              <a:gdLst/>
              <a:ahLst/>
              <a:cxnLst/>
              <a:rect l="l" t="t" r="r" b="b"/>
              <a:pathLst>
                <a:path w="3453" h="3993" extrusionOk="0">
                  <a:moveTo>
                    <a:pt x="3453" y="0"/>
                  </a:moveTo>
                  <a:lnTo>
                    <a:pt x="0" y="2006"/>
                  </a:lnTo>
                  <a:lnTo>
                    <a:pt x="3453" y="3993"/>
                  </a:lnTo>
                  <a:lnTo>
                    <a:pt x="3453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4" name="Google Shape;394;p9"/>
            <p:cNvSpPr/>
            <p:nvPr/>
          </p:nvSpPr>
          <p:spPr>
            <a:xfrm>
              <a:off x="2917000" y="2835950"/>
              <a:ext cx="85850" cy="99825"/>
            </a:xfrm>
            <a:custGeom>
              <a:avLst/>
              <a:gdLst/>
              <a:ahLst/>
              <a:cxnLst/>
              <a:rect l="l" t="t" r="r" b="b"/>
              <a:pathLst>
                <a:path w="3434" h="3993" extrusionOk="0">
                  <a:moveTo>
                    <a:pt x="3434" y="0"/>
                  </a:moveTo>
                  <a:lnTo>
                    <a:pt x="1" y="2006"/>
                  </a:lnTo>
                  <a:lnTo>
                    <a:pt x="3434" y="3993"/>
                  </a:lnTo>
                  <a:lnTo>
                    <a:pt x="3434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5" name="Google Shape;395;p9"/>
            <p:cNvSpPr/>
            <p:nvPr/>
          </p:nvSpPr>
          <p:spPr>
            <a:xfrm>
              <a:off x="2801300" y="2835950"/>
              <a:ext cx="86325" cy="99825"/>
            </a:xfrm>
            <a:custGeom>
              <a:avLst/>
              <a:gdLst/>
              <a:ahLst/>
              <a:cxnLst/>
              <a:rect l="l" t="t" r="r" b="b"/>
              <a:pathLst>
                <a:path w="3453" h="3993" extrusionOk="0">
                  <a:moveTo>
                    <a:pt x="3452" y="0"/>
                  </a:moveTo>
                  <a:lnTo>
                    <a:pt x="0" y="2006"/>
                  </a:lnTo>
                  <a:lnTo>
                    <a:pt x="3452" y="3993"/>
                  </a:lnTo>
                  <a:lnTo>
                    <a:pt x="3452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6" name="Google Shape;396;p9"/>
            <p:cNvSpPr/>
            <p:nvPr/>
          </p:nvSpPr>
          <p:spPr>
            <a:xfrm>
              <a:off x="2685575" y="2835950"/>
              <a:ext cx="86325" cy="99825"/>
            </a:xfrm>
            <a:custGeom>
              <a:avLst/>
              <a:gdLst/>
              <a:ahLst/>
              <a:cxnLst/>
              <a:rect l="l" t="t" r="r" b="b"/>
              <a:pathLst>
                <a:path w="3453" h="3993" extrusionOk="0">
                  <a:moveTo>
                    <a:pt x="3453" y="0"/>
                  </a:moveTo>
                  <a:lnTo>
                    <a:pt x="0" y="2006"/>
                  </a:lnTo>
                  <a:lnTo>
                    <a:pt x="3453" y="3993"/>
                  </a:lnTo>
                  <a:lnTo>
                    <a:pt x="3453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97" name="Google Shape;397;p9"/>
          <p:cNvGrpSpPr/>
          <p:nvPr/>
        </p:nvGrpSpPr>
        <p:grpSpPr>
          <a:xfrm>
            <a:off x="3091076" y="4281547"/>
            <a:ext cx="2019176" cy="2019176"/>
            <a:chOff x="1943325" y="-220375"/>
            <a:chExt cx="1298672" cy="1298672"/>
          </a:xfrm>
        </p:grpSpPr>
        <p:sp>
          <p:nvSpPr>
            <p:cNvPr id="398" name="Google Shape;398;p9"/>
            <p:cNvSpPr/>
            <p:nvPr/>
          </p:nvSpPr>
          <p:spPr>
            <a:xfrm>
              <a:off x="2582255" y="-220375"/>
              <a:ext cx="49" cy="460871"/>
            </a:xfrm>
            <a:custGeom>
              <a:avLst/>
              <a:gdLst/>
              <a:ahLst/>
              <a:cxnLst/>
              <a:rect l="l" t="t" r="r" b="b"/>
              <a:pathLst>
                <a:path w="1" h="9432" fill="none" extrusionOk="0">
                  <a:moveTo>
                    <a:pt x="0" y="0"/>
                  </a:moveTo>
                  <a:lnTo>
                    <a:pt x="0" y="9431"/>
                  </a:lnTo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9" name="Google Shape;399;p9"/>
            <p:cNvSpPr/>
            <p:nvPr/>
          </p:nvSpPr>
          <p:spPr>
            <a:xfrm>
              <a:off x="2414509" y="-195895"/>
              <a:ext cx="118785" cy="444844"/>
            </a:xfrm>
            <a:custGeom>
              <a:avLst/>
              <a:gdLst/>
              <a:ahLst/>
              <a:cxnLst/>
              <a:rect l="l" t="t" r="r" b="b"/>
              <a:pathLst>
                <a:path w="2431" h="9104" fill="none" extrusionOk="0">
                  <a:moveTo>
                    <a:pt x="0" y="1"/>
                  </a:moveTo>
                  <a:lnTo>
                    <a:pt x="2431" y="9104"/>
                  </a:lnTo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0" name="Google Shape;400;p9"/>
            <p:cNvSpPr/>
            <p:nvPr/>
          </p:nvSpPr>
          <p:spPr>
            <a:xfrm>
              <a:off x="2259027" y="-128024"/>
              <a:ext cx="229996" cy="398669"/>
            </a:xfrm>
            <a:custGeom>
              <a:avLst/>
              <a:gdLst/>
              <a:ahLst/>
              <a:cxnLst/>
              <a:rect l="l" t="t" r="r" b="b"/>
              <a:pathLst>
                <a:path w="4707" h="8159" fill="none" extrusionOk="0">
                  <a:moveTo>
                    <a:pt x="0" y="0"/>
                  </a:moveTo>
                  <a:lnTo>
                    <a:pt x="4706" y="8158"/>
                  </a:lnTo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1" name="Google Shape;401;p9"/>
            <p:cNvSpPr/>
            <p:nvPr/>
          </p:nvSpPr>
          <p:spPr>
            <a:xfrm>
              <a:off x="2126121" y="-22481"/>
              <a:ext cx="325180" cy="325180"/>
            </a:xfrm>
            <a:custGeom>
              <a:avLst/>
              <a:gdLst/>
              <a:ahLst/>
              <a:cxnLst/>
              <a:rect l="l" t="t" r="r" b="b"/>
              <a:pathLst>
                <a:path w="6655" h="6655" fill="none" extrusionOk="0">
                  <a:moveTo>
                    <a:pt x="1" y="0"/>
                  </a:moveTo>
                  <a:lnTo>
                    <a:pt x="6655" y="6654"/>
                  </a:lnTo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2" name="Google Shape;402;p9"/>
            <p:cNvSpPr/>
            <p:nvPr/>
          </p:nvSpPr>
          <p:spPr>
            <a:xfrm>
              <a:off x="2025317" y="113211"/>
              <a:ext cx="398669" cy="230924"/>
            </a:xfrm>
            <a:custGeom>
              <a:avLst/>
              <a:gdLst/>
              <a:ahLst/>
              <a:cxnLst/>
              <a:rect l="l" t="t" r="r" b="b"/>
              <a:pathLst>
                <a:path w="8159" h="4726" fill="none" extrusionOk="0">
                  <a:moveTo>
                    <a:pt x="0" y="1"/>
                  </a:moveTo>
                  <a:lnTo>
                    <a:pt x="8158" y="4726"/>
                  </a:lnTo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3" name="Google Shape;403;p9"/>
            <p:cNvSpPr/>
            <p:nvPr/>
          </p:nvSpPr>
          <p:spPr>
            <a:xfrm>
              <a:off x="1963114" y="270598"/>
              <a:ext cx="444844" cy="119713"/>
            </a:xfrm>
            <a:custGeom>
              <a:avLst/>
              <a:gdLst/>
              <a:ahLst/>
              <a:cxnLst/>
              <a:rect l="l" t="t" r="r" b="b"/>
              <a:pathLst>
                <a:path w="9104" h="2450" fill="none" extrusionOk="0">
                  <a:moveTo>
                    <a:pt x="0" y="0"/>
                  </a:moveTo>
                  <a:lnTo>
                    <a:pt x="9103" y="2450"/>
                  </a:lnTo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4" name="Google Shape;404;p9"/>
            <p:cNvSpPr/>
            <p:nvPr/>
          </p:nvSpPr>
          <p:spPr>
            <a:xfrm>
              <a:off x="1943325" y="439273"/>
              <a:ext cx="460871" cy="49"/>
            </a:xfrm>
            <a:custGeom>
              <a:avLst/>
              <a:gdLst/>
              <a:ahLst/>
              <a:cxnLst/>
              <a:rect l="l" t="t" r="r" b="b"/>
              <a:pathLst>
                <a:path w="9432" h="1" fill="none" extrusionOk="0">
                  <a:moveTo>
                    <a:pt x="0" y="1"/>
                  </a:moveTo>
                  <a:lnTo>
                    <a:pt x="9431" y="1"/>
                  </a:lnTo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5" name="Google Shape;405;p9"/>
            <p:cNvSpPr/>
            <p:nvPr/>
          </p:nvSpPr>
          <p:spPr>
            <a:xfrm>
              <a:off x="1967805" y="487354"/>
              <a:ext cx="445821" cy="119713"/>
            </a:xfrm>
            <a:custGeom>
              <a:avLst/>
              <a:gdLst/>
              <a:ahLst/>
              <a:cxnLst/>
              <a:rect l="l" t="t" r="r" b="b"/>
              <a:pathLst>
                <a:path w="9124" h="2450" fill="none" extrusionOk="0">
                  <a:moveTo>
                    <a:pt x="1" y="2450"/>
                  </a:moveTo>
                  <a:lnTo>
                    <a:pt x="9123" y="0"/>
                  </a:lnTo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6" name="Google Shape;406;p9"/>
            <p:cNvSpPr/>
            <p:nvPr/>
          </p:nvSpPr>
          <p:spPr>
            <a:xfrm>
              <a:off x="2035676" y="532600"/>
              <a:ext cx="398669" cy="229996"/>
            </a:xfrm>
            <a:custGeom>
              <a:avLst/>
              <a:gdLst/>
              <a:ahLst/>
              <a:cxnLst/>
              <a:rect l="l" t="t" r="r" b="b"/>
              <a:pathLst>
                <a:path w="8159" h="4707" fill="none" extrusionOk="0">
                  <a:moveTo>
                    <a:pt x="0" y="4706"/>
                  </a:moveTo>
                  <a:lnTo>
                    <a:pt x="8158" y="0"/>
                  </a:lnTo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7" name="Google Shape;407;p9"/>
            <p:cNvSpPr/>
            <p:nvPr/>
          </p:nvSpPr>
          <p:spPr>
            <a:xfrm>
              <a:off x="2141219" y="569345"/>
              <a:ext cx="326108" cy="326108"/>
            </a:xfrm>
            <a:custGeom>
              <a:avLst/>
              <a:gdLst/>
              <a:ahLst/>
              <a:cxnLst/>
              <a:rect l="l" t="t" r="r" b="b"/>
              <a:pathLst>
                <a:path w="6674" h="6674" fill="none" extrusionOk="0">
                  <a:moveTo>
                    <a:pt x="0" y="6674"/>
                  </a:moveTo>
                  <a:lnTo>
                    <a:pt x="6673" y="0"/>
                  </a:lnTo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8" name="Google Shape;408;p9"/>
            <p:cNvSpPr/>
            <p:nvPr/>
          </p:nvSpPr>
          <p:spPr>
            <a:xfrm>
              <a:off x="2277840" y="597588"/>
              <a:ext cx="229996" cy="398718"/>
            </a:xfrm>
            <a:custGeom>
              <a:avLst/>
              <a:gdLst/>
              <a:ahLst/>
              <a:cxnLst/>
              <a:rect l="l" t="t" r="r" b="b"/>
              <a:pathLst>
                <a:path w="4707" h="8160" fill="none" extrusionOk="0">
                  <a:moveTo>
                    <a:pt x="1" y="8159"/>
                  </a:moveTo>
                  <a:lnTo>
                    <a:pt x="4707" y="1"/>
                  </a:lnTo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9" name="Google Shape;409;p9"/>
            <p:cNvSpPr/>
            <p:nvPr/>
          </p:nvSpPr>
          <p:spPr>
            <a:xfrm>
              <a:off x="2435227" y="613615"/>
              <a:ext cx="118785" cy="444893"/>
            </a:xfrm>
            <a:custGeom>
              <a:avLst/>
              <a:gdLst/>
              <a:ahLst/>
              <a:cxnLst/>
              <a:rect l="l" t="t" r="r" b="b"/>
              <a:pathLst>
                <a:path w="2431" h="9105" fill="none" extrusionOk="0">
                  <a:moveTo>
                    <a:pt x="1" y="9104"/>
                  </a:moveTo>
                  <a:lnTo>
                    <a:pt x="2431" y="1"/>
                  </a:lnTo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0" name="Google Shape;410;p9"/>
            <p:cNvSpPr/>
            <p:nvPr/>
          </p:nvSpPr>
          <p:spPr>
            <a:xfrm>
              <a:off x="2602973" y="617377"/>
              <a:ext cx="49" cy="460920"/>
            </a:xfrm>
            <a:custGeom>
              <a:avLst/>
              <a:gdLst/>
              <a:ahLst/>
              <a:cxnLst/>
              <a:rect l="l" t="t" r="r" b="b"/>
              <a:pathLst>
                <a:path w="1" h="9433" fill="none" extrusionOk="0">
                  <a:moveTo>
                    <a:pt x="1" y="9432"/>
                  </a:moveTo>
                  <a:lnTo>
                    <a:pt x="1" y="1"/>
                  </a:lnTo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1" name="Google Shape;411;p9"/>
            <p:cNvSpPr/>
            <p:nvPr/>
          </p:nvSpPr>
          <p:spPr>
            <a:xfrm>
              <a:off x="2651982" y="607996"/>
              <a:ext cx="118785" cy="444844"/>
            </a:xfrm>
            <a:custGeom>
              <a:avLst/>
              <a:gdLst/>
              <a:ahLst/>
              <a:cxnLst/>
              <a:rect l="l" t="t" r="r" b="b"/>
              <a:pathLst>
                <a:path w="2431" h="9104" fill="none" extrusionOk="0">
                  <a:moveTo>
                    <a:pt x="2431" y="9103"/>
                  </a:moveTo>
                  <a:lnTo>
                    <a:pt x="1" y="0"/>
                  </a:lnTo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2" name="Google Shape;412;p9"/>
            <p:cNvSpPr/>
            <p:nvPr/>
          </p:nvSpPr>
          <p:spPr>
            <a:xfrm>
              <a:off x="2696300" y="586301"/>
              <a:ext cx="229996" cy="398669"/>
            </a:xfrm>
            <a:custGeom>
              <a:avLst/>
              <a:gdLst/>
              <a:ahLst/>
              <a:cxnLst/>
              <a:rect l="l" t="t" r="r" b="b"/>
              <a:pathLst>
                <a:path w="4707" h="8159" fill="none" extrusionOk="0">
                  <a:moveTo>
                    <a:pt x="4706" y="8159"/>
                  </a:moveTo>
                  <a:lnTo>
                    <a:pt x="0" y="0"/>
                  </a:lnTo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3" name="Google Shape;413;p9"/>
            <p:cNvSpPr/>
            <p:nvPr/>
          </p:nvSpPr>
          <p:spPr>
            <a:xfrm>
              <a:off x="2733974" y="554247"/>
              <a:ext cx="325180" cy="326108"/>
            </a:xfrm>
            <a:custGeom>
              <a:avLst/>
              <a:gdLst/>
              <a:ahLst/>
              <a:cxnLst/>
              <a:rect l="l" t="t" r="r" b="b"/>
              <a:pathLst>
                <a:path w="6655" h="6674" fill="none" extrusionOk="0">
                  <a:moveTo>
                    <a:pt x="6655" y="6674"/>
                  </a:moveTo>
                  <a:lnTo>
                    <a:pt x="1" y="1"/>
                  </a:lnTo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4" name="Google Shape;414;p9"/>
            <p:cNvSpPr/>
            <p:nvPr/>
          </p:nvSpPr>
          <p:spPr>
            <a:xfrm>
              <a:off x="2761288" y="513739"/>
              <a:ext cx="398718" cy="229996"/>
            </a:xfrm>
            <a:custGeom>
              <a:avLst/>
              <a:gdLst/>
              <a:ahLst/>
              <a:cxnLst/>
              <a:rect l="l" t="t" r="r" b="b"/>
              <a:pathLst>
                <a:path w="8160" h="4707" fill="none" extrusionOk="0">
                  <a:moveTo>
                    <a:pt x="8159" y="4706"/>
                  </a:moveTo>
                  <a:lnTo>
                    <a:pt x="1" y="0"/>
                  </a:lnTo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5" name="Google Shape;415;p9"/>
            <p:cNvSpPr/>
            <p:nvPr/>
          </p:nvSpPr>
          <p:spPr>
            <a:xfrm>
              <a:off x="2777315" y="466636"/>
              <a:ext cx="444893" cy="119713"/>
            </a:xfrm>
            <a:custGeom>
              <a:avLst/>
              <a:gdLst/>
              <a:ahLst/>
              <a:cxnLst/>
              <a:rect l="l" t="t" r="r" b="b"/>
              <a:pathLst>
                <a:path w="9105" h="2450" fill="none" extrusionOk="0">
                  <a:moveTo>
                    <a:pt x="9104" y="2449"/>
                  </a:moveTo>
                  <a:lnTo>
                    <a:pt x="1" y="0"/>
                  </a:lnTo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6" name="Google Shape;416;p9"/>
            <p:cNvSpPr/>
            <p:nvPr/>
          </p:nvSpPr>
          <p:spPr>
            <a:xfrm>
              <a:off x="2781077" y="417626"/>
              <a:ext cx="460920" cy="49"/>
            </a:xfrm>
            <a:custGeom>
              <a:avLst/>
              <a:gdLst/>
              <a:ahLst/>
              <a:cxnLst/>
              <a:rect l="l" t="t" r="r" b="b"/>
              <a:pathLst>
                <a:path w="9433" h="1" fill="none" extrusionOk="0">
                  <a:moveTo>
                    <a:pt x="9432" y="0"/>
                  </a:moveTo>
                  <a:lnTo>
                    <a:pt x="1" y="0"/>
                  </a:lnTo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7" name="Google Shape;417;p9"/>
            <p:cNvSpPr/>
            <p:nvPr/>
          </p:nvSpPr>
          <p:spPr>
            <a:xfrm>
              <a:off x="2771696" y="249880"/>
              <a:ext cx="444844" cy="119713"/>
            </a:xfrm>
            <a:custGeom>
              <a:avLst/>
              <a:gdLst/>
              <a:ahLst/>
              <a:cxnLst/>
              <a:rect l="l" t="t" r="r" b="b"/>
              <a:pathLst>
                <a:path w="9104" h="2450" fill="none" extrusionOk="0">
                  <a:moveTo>
                    <a:pt x="9103" y="0"/>
                  </a:moveTo>
                  <a:lnTo>
                    <a:pt x="0" y="2450"/>
                  </a:lnTo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8" name="Google Shape;418;p9"/>
            <p:cNvSpPr/>
            <p:nvPr/>
          </p:nvSpPr>
          <p:spPr>
            <a:xfrm>
              <a:off x="2750929" y="94350"/>
              <a:ext cx="398718" cy="230973"/>
            </a:xfrm>
            <a:custGeom>
              <a:avLst/>
              <a:gdLst/>
              <a:ahLst/>
              <a:cxnLst/>
              <a:rect l="l" t="t" r="r" b="b"/>
              <a:pathLst>
                <a:path w="8160" h="4727" fill="none" extrusionOk="0">
                  <a:moveTo>
                    <a:pt x="8159" y="1"/>
                  </a:moveTo>
                  <a:lnTo>
                    <a:pt x="1" y="4726"/>
                  </a:lnTo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9" name="Google Shape;419;p9"/>
            <p:cNvSpPr/>
            <p:nvPr/>
          </p:nvSpPr>
          <p:spPr>
            <a:xfrm>
              <a:off x="2717947" y="-38508"/>
              <a:ext cx="326108" cy="326108"/>
            </a:xfrm>
            <a:custGeom>
              <a:avLst/>
              <a:gdLst/>
              <a:ahLst/>
              <a:cxnLst/>
              <a:rect l="l" t="t" r="r" b="b"/>
              <a:pathLst>
                <a:path w="6674" h="6674" fill="none" extrusionOk="0">
                  <a:moveTo>
                    <a:pt x="6674" y="0"/>
                  </a:moveTo>
                  <a:lnTo>
                    <a:pt x="1" y="6674"/>
                  </a:lnTo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0" name="Google Shape;420;p9"/>
            <p:cNvSpPr/>
            <p:nvPr/>
          </p:nvSpPr>
          <p:spPr>
            <a:xfrm>
              <a:off x="2677439" y="-139361"/>
              <a:ext cx="229996" cy="399646"/>
            </a:xfrm>
            <a:custGeom>
              <a:avLst/>
              <a:gdLst/>
              <a:ahLst/>
              <a:cxnLst/>
              <a:rect l="l" t="t" r="r" b="b"/>
              <a:pathLst>
                <a:path w="4707" h="8179" fill="none" extrusionOk="0">
                  <a:moveTo>
                    <a:pt x="4706" y="1"/>
                  </a:moveTo>
                  <a:lnTo>
                    <a:pt x="0" y="8178"/>
                  </a:lnTo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1" name="Google Shape;421;p9"/>
            <p:cNvSpPr/>
            <p:nvPr/>
          </p:nvSpPr>
          <p:spPr>
            <a:xfrm>
              <a:off x="2631264" y="-201563"/>
              <a:ext cx="118785" cy="444893"/>
            </a:xfrm>
            <a:custGeom>
              <a:avLst/>
              <a:gdLst/>
              <a:ahLst/>
              <a:cxnLst/>
              <a:rect l="l" t="t" r="r" b="b"/>
              <a:pathLst>
                <a:path w="2431" h="9105" fill="none" extrusionOk="0">
                  <a:moveTo>
                    <a:pt x="2430" y="1"/>
                  </a:moveTo>
                  <a:lnTo>
                    <a:pt x="0" y="9104"/>
                  </a:lnTo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2" name="Google Shape;422;p9"/>
            <p:cNvSpPr/>
            <p:nvPr/>
          </p:nvSpPr>
          <p:spPr>
            <a:xfrm>
              <a:off x="2607712" y="-215684"/>
              <a:ext cx="62251" cy="456180"/>
            </a:xfrm>
            <a:custGeom>
              <a:avLst/>
              <a:gdLst/>
              <a:ahLst/>
              <a:cxnLst/>
              <a:rect l="l" t="t" r="r" b="b"/>
              <a:pathLst>
                <a:path w="1274" h="9336" fill="none" extrusionOk="0">
                  <a:moveTo>
                    <a:pt x="1273" y="0"/>
                  </a:moveTo>
                  <a:lnTo>
                    <a:pt x="0" y="9335"/>
                  </a:lnTo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3" name="Google Shape;423;p9"/>
            <p:cNvSpPr/>
            <p:nvPr/>
          </p:nvSpPr>
          <p:spPr>
            <a:xfrm>
              <a:off x="2500263" y="-213779"/>
              <a:ext cx="57511" cy="457109"/>
            </a:xfrm>
            <a:custGeom>
              <a:avLst/>
              <a:gdLst/>
              <a:ahLst/>
              <a:cxnLst/>
              <a:rect l="l" t="t" r="r" b="b"/>
              <a:pathLst>
                <a:path w="1177" h="9355" fill="none" extrusionOk="0">
                  <a:moveTo>
                    <a:pt x="1" y="0"/>
                  </a:moveTo>
                  <a:lnTo>
                    <a:pt x="1177" y="9354"/>
                  </a:lnTo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4" name="Google Shape;424;p9"/>
            <p:cNvSpPr/>
            <p:nvPr/>
          </p:nvSpPr>
          <p:spPr>
            <a:xfrm>
              <a:off x="2337208" y="-168580"/>
              <a:ext cx="174390" cy="426961"/>
            </a:xfrm>
            <a:custGeom>
              <a:avLst/>
              <a:gdLst/>
              <a:ahLst/>
              <a:cxnLst/>
              <a:rect l="l" t="t" r="r" b="b"/>
              <a:pathLst>
                <a:path w="3569" h="8738" fill="none" extrusionOk="0">
                  <a:moveTo>
                    <a:pt x="1" y="1"/>
                  </a:moveTo>
                  <a:lnTo>
                    <a:pt x="3569" y="8738"/>
                  </a:lnTo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5" name="Google Shape;425;p9"/>
            <p:cNvSpPr/>
            <p:nvPr/>
          </p:nvSpPr>
          <p:spPr>
            <a:xfrm>
              <a:off x="2191157" y="-81849"/>
              <a:ext cx="279005" cy="366615"/>
            </a:xfrm>
            <a:custGeom>
              <a:avLst/>
              <a:gdLst/>
              <a:ahLst/>
              <a:cxnLst/>
              <a:rect l="l" t="t" r="r" b="b"/>
              <a:pathLst>
                <a:path w="5710" h="7503" fill="none" extrusionOk="0">
                  <a:moveTo>
                    <a:pt x="0" y="0"/>
                  </a:moveTo>
                  <a:lnTo>
                    <a:pt x="5709" y="7503"/>
                  </a:lnTo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6" name="Google Shape;426;p9"/>
            <p:cNvSpPr/>
            <p:nvPr/>
          </p:nvSpPr>
          <p:spPr>
            <a:xfrm>
              <a:off x="2072420" y="39722"/>
              <a:ext cx="364759" cy="281790"/>
            </a:xfrm>
            <a:custGeom>
              <a:avLst/>
              <a:gdLst/>
              <a:ahLst/>
              <a:cxnLst/>
              <a:rect l="l" t="t" r="r" b="b"/>
              <a:pathLst>
                <a:path w="7465" h="5767" fill="none" extrusionOk="0">
                  <a:moveTo>
                    <a:pt x="0" y="0"/>
                  </a:moveTo>
                  <a:lnTo>
                    <a:pt x="7464" y="5767"/>
                  </a:lnTo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7" name="Google Shape;427;p9"/>
            <p:cNvSpPr/>
            <p:nvPr/>
          </p:nvSpPr>
          <p:spPr>
            <a:xfrm>
              <a:off x="1989500" y="187678"/>
              <a:ext cx="425055" cy="178153"/>
            </a:xfrm>
            <a:custGeom>
              <a:avLst/>
              <a:gdLst/>
              <a:ahLst/>
              <a:cxnLst/>
              <a:rect l="l" t="t" r="r" b="b"/>
              <a:pathLst>
                <a:path w="8699" h="3646" fill="none" extrusionOk="0">
                  <a:moveTo>
                    <a:pt x="0" y="0"/>
                  </a:moveTo>
                  <a:lnTo>
                    <a:pt x="8698" y="3645"/>
                  </a:lnTo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8" name="Google Shape;428;p9"/>
            <p:cNvSpPr/>
            <p:nvPr/>
          </p:nvSpPr>
          <p:spPr>
            <a:xfrm>
              <a:off x="1948016" y="351662"/>
              <a:ext cx="456180" cy="62251"/>
            </a:xfrm>
            <a:custGeom>
              <a:avLst/>
              <a:gdLst/>
              <a:ahLst/>
              <a:cxnLst/>
              <a:rect l="l" t="t" r="r" b="b"/>
              <a:pathLst>
                <a:path w="9336" h="1274" fill="none" extrusionOk="0">
                  <a:moveTo>
                    <a:pt x="1" y="0"/>
                  </a:moveTo>
                  <a:lnTo>
                    <a:pt x="9335" y="1273"/>
                  </a:lnTo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9" name="Google Shape;429;p9"/>
            <p:cNvSpPr/>
            <p:nvPr/>
          </p:nvSpPr>
          <p:spPr>
            <a:xfrm>
              <a:off x="1949921" y="462824"/>
              <a:ext cx="457109" cy="58488"/>
            </a:xfrm>
            <a:custGeom>
              <a:avLst/>
              <a:gdLst/>
              <a:ahLst/>
              <a:cxnLst/>
              <a:rect l="l" t="t" r="r" b="b"/>
              <a:pathLst>
                <a:path w="9355" h="1197" fill="none" extrusionOk="0">
                  <a:moveTo>
                    <a:pt x="0" y="1197"/>
                  </a:moveTo>
                  <a:lnTo>
                    <a:pt x="9354" y="1"/>
                  </a:lnTo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0" name="Google Shape;430;p9"/>
            <p:cNvSpPr/>
            <p:nvPr/>
          </p:nvSpPr>
          <p:spPr>
            <a:xfrm>
              <a:off x="1996097" y="509977"/>
              <a:ext cx="425983" cy="174390"/>
            </a:xfrm>
            <a:custGeom>
              <a:avLst/>
              <a:gdLst/>
              <a:ahLst/>
              <a:cxnLst/>
              <a:rect l="l" t="t" r="r" b="b"/>
              <a:pathLst>
                <a:path w="8718" h="3569" fill="none" extrusionOk="0">
                  <a:moveTo>
                    <a:pt x="0" y="3568"/>
                  </a:moveTo>
                  <a:lnTo>
                    <a:pt x="8718" y="0"/>
                  </a:lnTo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1" name="Google Shape;431;p9"/>
            <p:cNvSpPr/>
            <p:nvPr/>
          </p:nvSpPr>
          <p:spPr>
            <a:xfrm>
              <a:off x="2081851" y="551413"/>
              <a:ext cx="367593" cy="279005"/>
            </a:xfrm>
            <a:custGeom>
              <a:avLst/>
              <a:gdLst/>
              <a:ahLst/>
              <a:cxnLst/>
              <a:rect l="l" t="t" r="r" b="b"/>
              <a:pathLst>
                <a:path w="7523" h="5710" fill="none" extrusionOk="0">
                  <a:moveTo>
                    <a:pt x="0" y="5710"/>
                  </a:moveTo>
                  <a:lnTo>
                    <a:pt x="7522" y="1"/>
                  </a:lnTo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2" name="Google Shape;432;p9"/>
            <p:cNvSpPr/>
            <p:nvPr/>
          </p:nvSpPr>
          <p:spPr>
            <a:xfrm>
              <a:off x="2203422" y="584395"/>
              <a:ext cx="281790" cy="363830"/>
            </a:xfrm>
            <a:custGeom>
              <a:avLst/>
              <a:gdLst/>
              <a:ahLst/>
              <a:cxnLst/>
              <a:rect l="l" t="t" r="r" b="b"/>
              <a:pathLst>
                <a:path w="5767" h="7446" fill="none" extrusionOk="0">
                  <a:moveTo>
                    <a:pt x="0" y="7446"/>
                  </a:moveTo>
                  <a:lnTo>
                    <a:pt x="5767" y="1"/>
                  </a:lnTo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3" name="Google Shape;433;p9"/>
            <p:cNvSpPr/>
            <p:nvPr/>
          </p:nvSpPr>
          <p:spPr>
            <a:xfrm>
              <a:off x="2351378" y="607018"/>
              <a:ext cx="178153" cy="424126"/>
            </a:xfrm>
            <a:custGeom>
              <a:avLst/>
              <a:gdLst/>
              <a:ahLst/>
              <a:cxnLst/>
              <a:rect l="l" t="t" r="r" b="b"/>
              <a:pathLst>
                <a:path w="3646" h="8680" fill="none" extrusionOk="0">
                  <a:moveTo>
                    <a:pt x="0" y="8680"/>
                  </a:moveTo>
                  <a:lnTo>
                    <a:pt x="3645" y="1"/>
                  </a:lnTo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4" name="Google Shape;434;p9"/>
            <p:cNvSpPr/>
            <p:nvPr/>
          </p:nvSpPr>
          <p:spPr>
            <a:xfrm>
              <a:off x="2515362" y="616449"/>
              <a:ext cx="62251" cy="457109"/>
            </a:xfrm>
            <a:custGeom>
              <a:avLst/>
              <a:gdLst/>
              <a:ahLst/>
              <a:cxnLst/>
              <a:rect l="l" t="t" r="r" b="b"/>
              <a:pathLst>
                <a:path w="1274" h="9355" fill="none" extrusionOk="0">
                  <a:moveTo>
                    <a:pt x="0" y="9355"/>
                  </a:moveTo>
                  <a:lnTo>
                    <a:pt x="1273" y="1"/>
                  </a:lnTo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5" name="Google Shape;435;p9"/>
            <p:cNvSpPr/>
            <p:nvPr/>
          </p:nvSpPr>
          <p:spPr>
            <a:xfrm>
              <a:off x="2626524" y="614592"/>
              <a:ext cx="58488" cy="457109"/>
            </a:xfrm>
            <a:custGeom>
              <a:avLst/>
              <a:gdLst/>
              <a:ahLst/>
              <a:cxnLst/>
              <a:rect l="l" t="t" r="r" b="b"/>
              <a:pathLst>
                <a:path w="1197" h="9355" fill="none" extrusionOk="0">
                  <a:moveTo>
                    <a:pt x="1197" y="9354"/>
                  </a:moveTo>
                  <a:lnTo>
                    <a:pt x="1" y="0"/>
                  </a:lnTo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6" name="Google Shape;436;p9"/>
            <p:cNvSpPr/>
            <p:nvPr/>
          </p:nvSpPr>
          <p:spPr>
            <a:xfrm>
              <a:off x="2673677" y="598565"/>
              <a:ext cx="174390" cy="426961"/>
            </a:xfrm>
            <a:custGeom>
              <a:avLst/>
              <a:gdLst/>
              <a:ahLst/>
              <a:cxnLst/>
              <a:rect l="l" t="t" r="r" b="b"/>
              <a:pathLst>
                <a:path w="3569" h="8738" fill="none" extrusionOk="0">
                  <a:moveTo>
                    <a:pt x="3568" y="8737"/>
                  </a:moveTo>
                  <a:lnTo>
                    <a:pt x="0" y="0"/>
                  </a:lnTo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7" name="Google Shape;437;p9"/>
            <p:cNvSpPr/>
            <p:nvPr/>
          </p:nvSpPr>
          <p:spPr>
            <a:xfrm>
              <a:off x="2715113" y="572179"/>
              <a:ext cx="279005" cy="366615"/>
            </a:xfrm>
            <a:custGeom>
              <a:avLst/>
              <a:gdLst/>
              <a:ahLst/>
              <a:cxnLst/>
              <a:rect l="l" t="t" r="r" b="b"/>
              <a:pathLst>
                <a:path w="5710" h="7503" fill="none" extrusionOk="0">
                  <a:moveTo>
                    <a:pt x="5710" y="7503"/>
                  </a:moveTo>
                  <a:lnTo>
                    <a:pt x="1" y="0"/>
                  </a:lnTo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8" name="Google Shape;438;p9"/>
            <p:cNvSpPr/>
            <p:nvPr/>
          </p:nvSpPr>
          <p:spPr>
            <a:xfrm>
              <a:off x="2748095" y="535386"/>
              <a:ext cx="364759" cy="281839"/>
            </a:xfrm>
            <a:custGeom>
              <a:avLst/>
              <a:gdLst/>
              <a:ahLst/>
              <a:cxnLst/>
              <a:rect l="l" t="t" r="r" b="b"/>
              <a:pathLst>
                <a:path w="7465" h="5768" fill="none" extrusionOk="0">
                  <a:moveTo>
                    <a:pt x="7465" y="5768"/>
                  </a:moveTo>
                  <a:lnTo>
                    <a:pt x="1" y="1"/>
                  </a:lnTo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9" name="Google Shape;439;p9"/>
            <p:cNvSpPr/>
            <p:nvPr/>
          </p:nvSpPr>
          <p:spPr>
            <a:xfrm>
              <a:off x="2770718" y="491116"/>
              <a:ext cx="424126" cy="179081"/>
            </a:xfrm>
            <a:custGeom>
              <a:avLst/>
              <a:gdLst/>
              <a:ahLst/>
              <a:cxnLst/>
              <a:rect l="l" t="t" r="r" b="b"/>
              <a:pathLst>
                <a:path w="8680" h="3665" fill="none" extrusionOk="0">
                  <a:moveTo>
                    <a:pt x="8680" y="3665"/>
                  </a:moveTo>
                  <a:lnTo>
                    <a:pt x="1" y="1"/>
                  </a:lnTo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0" name="Google Shape;440;p9"/>
            <p:cNvSpPr/>
            <p:nvPr/>
          </p:nvSpPr>
          <p:spPr>
            <a:xfrm>
              <a:off x="2781077" y="443035"/>
              <a:ext cx="456180" cy="62251"/>
            </a:xfrm>
            <a:custGeom>
              <a:avLst/>
              <a:gdLst/>
              <a:ahLst/>
              <a:cxnLst/>
              <a:rect l="l" t="t" r="r" b="b"/>
              <a:pathLst>
                <a:path w="9336" h="1274" fill="none" extrusionOk="0">
                  <a:moveTo>
                    <a:pt x="9336" y="1274"/>
                  </a:moveTo>
                  <a:lnTo>
                    <a:pt x="1" y="1"/>
                  </a:lnTo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1" name="Google Shape;441;p9"/>
            <p:cNvSpPr/>
            <p:nvPr/>
          </p:nvSpPr>
          <p:spPr>
            <a:xfrm>
              <a:off x="2778292" y="335635"/>
              <a:ext cx="457109" cy="58440"/>
            </a:xfrm>
            <a:custGeom>
              <a:avLst/>
              <a:gdLst/>
              <a:ahLst/>
              <a:cxnLst/>
              <a:rect l="l" t="t" r="r" b="b"/>
              <a:pathLst>
                <a:path w="9355" h="1196" fill="none" extrusionOk="0">
                  <a:moveTo>
                    <a:pt x="9354" y="0"/>
                  </a:moveTo>
                  <a:lnTo>
                    <a:pt x="0" y="1196"/>
                  </a:lnTo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2" name="Google Shape;442;p9"/>
            <p:cNvSpPr/>
            <p:nvPr/>
          </p:nvSpPr>
          <p:spPr>
            <a:xfrm>
              <a:off x="2763194" y="172579"/>
              <a:ext cx="426032" cy="174390"/>
            </a:xfrm>
            <a:custGeom>
              <a:avLst/>
              <a:gdLst/>
              <a:ahLst/>
              <a:cxnLst/>
              <a:rect l="l" t="t" r="r" b="b"/>
              <a:pathLst>
                <a:path w="8719" h="3569" fill="none" extrusionOk="0">
                  <a:moveTo>
                    <a:pt x="8718" y="1"/>
                  </a:moveTo>
                  <a:lnTo>
                    <a:pt x="1" y="3569"/>
                  </a:lnTo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3" name="Google Shape;443;p9"/>
            <p:cNvSpPr/>
            <p:nvPr/>
          </p:nvSpPr>
          <p:spPr>
            <a:xfrm>
              <a:off x="2735879" y="27457"/>
              <a:ext cx="366615" cy="278076"/>
            </a:xfrm>
            <a:custGeom>
              <a:avLst/>
              <a:gdLst/>
              <a:ahLst/>
              <a:cxnLst/>
              <a:rect l="l" t="t" r="r" b="b"/>
              <a:pathLst>
                <a:path w="7503" h="5691" fill="none" extrusionOk="0">
                  <a:moveTo>
                    <a:pt x="7503" y="0"/>
                  </a:moveTo>
                  <a:lnTo>
                    <a:pt x="0" y="5690"/>
                  </a:lnTo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4" name="Google Shape;444;p9"/>
            <p:cNvSpPr/>
            <p:nvPr/>
          </p:nvSpPr>
          <p:spPr>
            <a:xfrm>
              <a:off x="2699135" y="-91280"/>
              <a:ext cx="282767" cy="364759"/>
            </a:xfrm>
            <a:custGeom>
              <a:avLst/>
              <a:gdLst/>
              <a:ahLst/>
              <a:cxnLst/>
              <a:rect l="l" t="t" r="r" b="b"/>
              <a:pathLst>
                <a:path w="5787" h="7465" fill="none" extrusionOk="0">
                  <a:moveTo>
                    <a:pt x="5786" y="0"/>
                  </a:moveTo>
                  <a:lnTo>
                    <a:pt x="0" y="7464"/>
                  </a:lnTo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5" name="Google Shape;445;p9"/>
            <p:cNvSpPr/>
            <p:nvPr/>
          </p:nvSpPr>
          <p:spPr>
            <a:xfrm>
              <a:off x="2655744" y="-174200"/>
              <a:ext cx="178153" cy="425055"/>
            </a:xfrm>
            <a:custGeom>
              <a:avLst/>
              <a:gdLst/>
              <a:ahLst/>
              <a:cxnLst/>
              <a:rect l="l" t="t" r="r" b="b"/>
              <a:pathLst>
                <a:path w="3646" h="8699" fill="none" extrusionOk="0">
                  <a:moveTo>
                    <a:pt x="3646" y="0"/>
                  </a:moveTo>
                  <a:lnTo>
                    <a:pt x="1" y="8698"/>
                  </a:lnTo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46" name="Google Shape;446;p9"/>
          <p:cNvGrpSpPr/>
          <p:nvPr/>
        </p:nvGrpSpPr>
        <p:grpSpPr>
          <a:xfrm>
            <a:off x="8513377" y="4281545"/>
            <a:ext cx="1965289" cy="517060"/>
            <a:chOff x="3539975" y="3523525"/>
            <a:chExt cx="745925" cy="196250"/>
          </a:xfrm>
        </p:grpSpPr>
        <p:sp>
          <p:nvSpPr>
            <p:cNvPr id="447" name="Google Shape;447;p9"/>
            <p:cNvSpPr/>
            <p:nvPr/>
          </p:nvSpPr>
          <p:spPr>
            <a:xfrm>
              <a:off x="3539975" y="3523525"/>
              <a:ext cx="196250" cy="196250"/>
            </a:xfrm>
            <a:custGeom>
              <a:avLst/>
              <a:gdLst/>
              <a:ahLst/>
              <a:cxnLst/>
              <a:rect l="l" t="t" r="r" b="b"/>
              <a:pathLst>
                <a:path w="7850" h="7850" fill="none" extrusionOk="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8" name="Google Shape;448;p9"/>
            <p:cNvSpPr/>
            <p:nvPr/>
          </p:nvSpPr>
          <p:spPr>
            <a:xfrm>
              <a:off x="3576625" y="3523525"/>
              <a:ext cx="196250" cy="196250"/>
            </a:xfrm>
            <a:custGeom>
              <a:avLst/>
              <a:gdLst/>
              <a:ahLst/>
              <a:cxnLst/>
              <a:rect l="l" t="t" r="r" b="b"/>
              <a:pathLst>
                <a:path w="7850" h="7850" fill="none" extrusionOk="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9" name="Google Shape;449;p9"/>
            <p:cNvSpPr/>
            <p:nvPr/>
          </p:nvSpPr>
          <p:spPr>
            <a:xfrm>
              <a:off x="3613250" y="3523525"/>
              <a:ext cx="196275" cy="196250"/>
            </a:xfrm>
            <a:custGeom>
              <a:avLst/>
              <a:gdLst/>
              <a:ahLst/>
              <a:cxnLst/>
              <a:rect l="l" t="t" r="r" b="b"/>
              <a:pathLst>
                <a:path w="7851" h="7850" fill="none" extrusionOk="0">
                  <a:moveTo>
                    <a:pt x="1" y="0"/>
                  </a:moveTo>
                  <a:lnTo>
                    <a:pt x="7851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0" name="Google Shape;450;p9"/>
            <p:cNvSpPr/>
            <p:nvPr/>
          </p:nvSpPr>
          <p:spPr>
            <a:xfrm>
              <a:off x="3649900" y="3523525"/>
              <a:ext cx="196275" cy="196250"/>
            </a:xfrm>
            <a:custGeom>
              <a:avLst/>
              <a:gdLst/>
              <a:ahLst/>
              <a:cxnLst/>
              <a:rect l="l" t="t" r="r" b="b"/>
              <a:pathLst>
                <a:path w="7851" h="7850" fill="none" extrusionOk="0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1" name="Google Shape;451;p9"/>
            <p:cNvSpPr/>
            <p:nvPr/>
          </p:nvSpPr>
          <p:spPr>
            <a:xfrm>
              <a:off x="3686550" y="3523525"/>
              <a:ext cx="196275" cy="196250"/>
            </a:xfrm>
            <a:custGeom>
              <a:avLst/>
              <a:gdLst/>
              <a:ahLst/>
              <a:cxnLst/>
              <a:rect l="l" t="t" r="r" b="b"/>
              <a:pathLst>
                <a:path w="7851" h="7850" fill="none" extrusionOk="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2" name="Google Shape;452;p9"/>
            <p:cNvSpPr/>
            <p:nvPr/>
          </p:nvSpPr>
          <p:spPr>
            <a:xfrm>
              <a:off x="3723200" y="3523525"/>
              <a:ext cx="196250" cy="196250"/>
            </a:xfrm>
            <a:custGeom>
              <a:avLst/>
              <a:gdLst/>
              <a:ahLst/>
              <a:cxnLst/>
              <a:rect l="l" t="t" r="r" b="b"/>
              <a:pathLst>
                <a:path w="7850" h="7850" fill="none" extrusionOk="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3" name="Google Shape;453;p9"/>
            <p:cNvSpPr/>
            <p:nvPr/>
          </p:nvSpPr>
          <p:spPr>
            <a:xfrm>
              <a:off x="3759825" y="3523525"/>
              <a:ext cx="196275" cy="196250"/>
            </a:xfrm>
            <a:custGeom>
              <a:avLst/>
              <a:gdLst/>
              <a:ahLst/>
              <a:cxnLst/>
              <a:rect l="l" t="t" r="r" b="b"/>
              <a:pathLst>
                <a:path w="7851" h="7850" fill="none" extrusionOk="0">
                  <a:moveTo>
                    <a:pt x="1" y="0"/>
                  </a:moveTo>
                  <a:lnTo>
                    <a:pt x="7851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4" name="Google Shape;454;p9"/>
            <p:cNvSpPr/>
            <p:nvPr/>
          </p:nvSpPr>
          <p:spPr>
            <a:xfrm>
              <a:off x="3796475" y="3523525"/>
              <a:ext cx="196275" cy="196250"/>
            </a:xfrm>
            <a:custGeom>
              <a:avLst/>
              <a:gdLst/>
              <a:ahLst/>
              <a:cxnLst/>
              <a:rect l="l" t="t" r="r" b="b"/>
              <a:pathLst>
                <a:path w="7851" h="7850" fill="none" extrusionOk="0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5" name="Google Shape;455;p9"/>
            <p:cNvSpPr/>
            <p:nvPr/>
          </p:nvSpPr>
          <p:spPr>
            <a:xfrm>
              <a:off x="3833125" y="3523525"/>
              <a:ext cx="196275" cy="196250"/>
            </a:xfrm>
            <a:custGeom>
              <a:avLst/>
              <a:gdLst/>
              <a:ahLst/>
              <a:cxnLst/>
              <a:rect l="l" t="t" r="r" b="b"/>
              <a:pathLst>
                <a:path w="7851" h="7850" fill="none" extrusionOk="0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6" name="Google Shape;456;p9"/>
            <p:cNvSpPr/>
            <p:nvPr/>
          </p:nvSpPr>
          <p:spPr>
            <a:xfrm>
              <a:off x="3869775" y="3523525"/>
              <a:ext cx="196275" cy="196250"/>
            </a:xfrm>
            <a:custGeom>
              <a:avLst/>
              <a:gdLst/>
              <a:ahLst/>
              <a:cxnLst/>
              <a:rect l="l" t="t" r="r" b="b"/>
              <a:pathLst>
                <a:path w="7851" h="7850" fill="none" extrusionOk="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7" name="Google Shape;457;p9"/>
            <p:cNvSpPr/>
            <p:nvPr/>
          </p:nvSpPr>
          <p:spPr>
            <a:xfrm>
              <a:off x="3906425" y="3523525"/>
              <a:ext cx="196250" cy="196250"/>
            </a:xfrm>
            <a:custGeom>
              <a:avLst/>
              <a:gdLst/>
              <a:ahLst/>
              <a:cxnLst/>
              <a:rect l="l" t="t" r="r" b="b"/>
              <a:pathLst>
                <a:path w="7850" h="7850" fill="none" extrusionOk="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8" name="Google Shape;458;p9"/>
            <p:cNvSpPr/>
            <p:nvPr/>
          </p:nvSpPr>
          <p:spPr>
            <a:xfrm>
              <a:off x="3943050" y="3523525"/>
              <a:ext cx="196275" cy="196250"/>
            </a:xfrm>
            <a:custGeom>
              <a:avLst/>
              <a:gdLst/>
              <a:ahLst/>
              <a:cxnLst/>
              <a:rect l="l" t="t" r="r" b="b"/>
              <a:pathLst>
                <a:path w="7851" h="7850" fill="none" extrusionOk="0">
                  <a:moveTo>
                    <a:pt x="1" y="0"/>
                  </a:moveTo>
                  <a:lnTo>
                    <a:pt x="7851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9" name="Google Shape;459;p9"/>
            <p:cNvSpPr/>
            <p:nvPr/>
          </p:nvSpPr>
          <p:spPr>
            <a:xfrm>
              <a:off x="3979700" y="3523525"/>
              <a:ext cx="196275" cy="196250"/>
            </a:xfrm>
            <a:custGeom>
              <a:avLst/>
              <a:gdLst/>
              <a:ahLst/>
              <a:cxnLst/>
              <a:rect l="l" t="t" r="r" b="b"/>
              <a:pathLst>
                <a:path w="7851" h="7850" fill="none" extrusionOk="0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0" name="Google Shape;460;p9"/>
            <p:cNvSpPr/>
            <p:nvPr/>
          </p:nvSpPr>
          <p:spPr>
            <a:xfrm>
              <a:off x="4016350" y="3523525"/>
              <a:ext cx="196275" cy="196250"/>
            </a:xfrm>
            <a:custGeom>
              <a:avLst/>
              <a:gdLst/>
              <a:ahLst/>
              <a:cxnLst/>
              <a:rect l="l" t="t" r="r" b="b"/>
              <a:pathLst>
                <a:path w="7851" h="7850" fill="none" extrusionOk="0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1" name="Google Shape;461;p9"/>
            <p:cNvSpPr/>
            <p:nvPr/>
          </p:nvSpPr>
          <p:spPr>
            <a:xfrm>
              <a:off x="4053000" y="3523525"/>
              <a:ext cx="196250" cy="196250"/>
            </a:xfrm>
            <a:custGeom>
              <a:avLst/>
              <a:gdLst/>
              <a:ahLst/>
              <a:cxnLst/>
              <a:rect l="l" t="t" r="r" b="b"/>
              <a:pathLst>
                <a:path w="7850" h="7850" fill="none" extrusionOk="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2" name="Google Shape;462;p9"/>
            <p:cNvSpPr/>
            <p:nvPr/>
          </p:nvSpPr>
          <p:spPr>
            <a:xfrm>
              <a:off x="4089650" y="3523525"/>
              <a:ext cx="196250" cy="196250"/>
            </a:xfrm>
            <a:custGeom>
              <a:avLst/>
              <a:gdLst/>
              <a:ahLst/>
              <a:cxnLst/>
              <a:rect l="l" t="t" r="r" b="b"/>
              <a:pathLst>
                <a:path w="7850" h="7850" fill="none" extrusionOk="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63" name="Google Shape;463;p9"/>
          <p:cNvSpPr/>
          <p:nvPr/>
        </p:nvSpPr>
        <p:spPr>
          <a:xfrm>
            <a:off x="1765763" y="533623"/>
            <a:ext cx="555517" cy="554294"/>
          </a:xfrm>
          <a:custGeom>
            <a:avLst/>
            <a:gdLst/>
            <a:ahLst/>
            <a:cxnLst/>
            <a:rect l="l" t="t" r="r" b="b"/>
            <a:pathLst>
              <a:path w="11362" h="11337" extrusionOk="0">
                <a:moveTo>
                  <a:pt x="11362" y="5668"/>
                </a:moveTo>
                <a:cubicBezTo>
                  <a:pt x="11362" y="8798"/>
                  <a:pt x="8823" y="11337"/>
                  <a:pt x="5669" y="11337"/>
                </a:cubicBezTo>
                <a:cubicBezTo>
                  <a:pt x="2539" y="11337"/>
                  <a:pt x="1" y="8798"/>
                  <a:pt x="1" y="5668"/>
                </a:cubicBezTo>
                <a:cubicBezTo>
                  <a:pt x="1" y="2539"/>
                  <a:pt x="2539" y="0"/>
                  <a:pt x="5669" y="0"/>
                </a:cubicBezTo>
                <a:cubicBezTo>
                  <a:pt x="8823" y="0"/>
                  <a:pt x="11362" y="2539"/>
                  <a:pt x="11362" y="5668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55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CUSTOM">
    <p:spTree>
      <p:nvGrpSpPr>
        <p:cNvPr id="1" name="Shape 5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6" name="Google Shape;556;p13"/>
          <p:cNvPicPr preferRelativeResize="0"/>
          <p:nvPr/>
        </p:nvPicPr>
        <p:blipFill rotWithShape="1">
          <a:blip r:embed="rId2">
            <a:alphaModFix amt="60000"/>
          </a:blip>
          <a:srcRect l="39" r="29"/>
          <a:stretch/>
        </p:blipFill>
        <p:spPr>
          <a:xfrm rot="10800000" flipH="1">
            <a:off x="0" y="1"/>
            <a:ext cx="9144002" cy="5143499"/>
          </a:xfrm>
          <a:prstGeom prst="rect">
            <a:avLst/>
          </a:prstGeom>
          <a:noFill/>
          <a:ln>
            <a:noFill/>
          </a:ln>
        </p:spPr>
      </p:pic>
      <p:sp>
        <p:nvSpPr>
          <p:cNvPr id="557" name="Google Shape;557;p13"/>
          <p:cNvSpPr txBox="1">
            <a:spLocks noGrp="1"/>
          </p:cNvSpPr>
          <p:nvPr>
            <p:ph type="title" hasCustomPrompt="1"/>
          </p:nvPr>
        </p:nvSpPr>
        <p:spPr>
          <a:xfrm>
            <a:off x="817925" y="1535078"/>
            <a:ext cx="821700" cy="5544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700"/>
              <a:buNone/>
              <a:defRPr sz="23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9pPr>
          </a:lstStyle>
          <a:p>
            <a:r>
              <a:t>xx%</a:t>
            </a:r>
          </a:p>
        </p:txBody>
      </p:sp>
      <p:sp>
        <p:nvSpPr>
          <p:cNvPr id="558" name="Google Shape;558;p13"/>
          <p:cNvSpPr txBox="1">
            <a:spLocks noGrp="1"/>
          </p:cNvSpPr>
          <p:nvPr>
            <p:ph type="subTitle" idx="1"/>
          </p:nvPr>
        </p:nvSpPr>
        <p:spPr>
          <a:xfrm>
            <a:off x="1639675" y="1483450"/>
            <a:ext cx="2887200" cy="354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2100">
                <a:latin typeface="Aldrich"/>
                <a:ea typeface="Aldrich"/>
                <a:cs typeface="Aldrich"/>
                <a:sym typeface="Aldrich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9" name="Google Shape;559;p13"/>
          <p:cNvSpPr txBox="1">
            <a:spLocks noGrp="1"/>
          </p:cNvSpPr>
          <p:nvPr>
            <p:ph type="subTitle" idx="2"/>
          </p:nvPr>
        </p:nvSpPr>
        <p:spPr>
          <a:xfrm>
            <a:off x="1639675" y="1838040"/>
            <a:ext cx="2349300" cy="54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0" name="Google Shape;560;p13"/>
          <p:cNvSpPr txBox="1">
            <a:spLocks noGrp="1"/>
          </p:cNvSpPr>
          <p:nvPr>
            <p:ph type="title" idx="3" hasCustomPrompt="1"/>
          </p:nvPr>
        </p:nvSpPr>
        <p:spPr>
          <a:xfrm>
            <a:off x="817925" y="2547299"/>
            <a:ext cx="821700" cy="5544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700"/>
              <a:buNone/>
              <a:defRPr sz="23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9pPr>
          </a:lstStyle>
          <a:p>
            <a:r>
              <a:t>xx%</a:t>
            </a:r>
          </a:p>
        </p:txBody>
      </p:sp>
      <p:sp>
        <p:nvSpPr>
          <p:cNvPr id="561" name="Google Shape;561;p13"/>
          <p:cNvSpPr txBox="1">
            <a:spLocks noGrp="1"/>
          </p:cNvSpPr>
          <p:nvPr>
            <p:ph type="subTitle" idx="4"/>
          </p:nvPr>
        </p:nvSpPr>
        <p:spPr>
          <a:xfrm>
            <a:off x="1639675" y="2497425"/>
            <a:ext cx="2887200" cy="354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2100">
                <a:latin typeface="Aldrich"/>
                <a:ea typeface="Aldrich"/>
                <a:cs typeface="Aldrich"/>
                <a:sym typeface="Aldrich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2" name="Google Shape;562;p13"/>
          <p:cNvSpPr txBox="1">
            <a:spLocks noGrp="1"/>
          </p:cNvSpPr>
          <p:nvPr>
            <p:ph type="subTitle" idx="5"/>
          </p:nvPr>
        </p:nvSpPr>
        <p:spPr>
          <a:xfrm>
            <a:off x="1639675" y="2852015"/>
            <a:ext cx="2349300" cy="54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3" name="Google Shape;563;p13"/>
          <p:cNvSpPr txBox="1">
            <a:spLocks noGrp="1"/>
          </p:cNvSpPr>
          <p:nvPr>
            <p:ph type="title" idx="6" hasCustomPrompt="1"/>
          </p:nvPr>
        </p:nvSpPr>
        <p:spPr>
          <a:xfrm>
            <a:off x="817925" y="3559519"/>
            <a:ext cx="821700" cy="5544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700"/>
              <a:buNone/>
              <a:defRPr sz="23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9pPr>
          </a:lstStyle>
          <a:p>
            <a:r>
              <a:t>xx%</a:t>
            </a:r>
          </a:p>
        </p:txBody>
      </p:sp>
      <p:sp>
        <p:nvSpPr>
          <p:cNvPr id="564" name="Google Shape;564;p13"/>
          <p:cNvSpPr txBox="1">
            <a:spLocks noGrp="1"/>
          </p:cNvSpPr>
          <p:nvPr>
            <p:ph type="subTitle" idx="7"/>
          </p:nvPr>
        </p:nvSpPr>
        <p:spPr>
          <a:xfrm>
            <a:off x="1639675" y="3511400"/>
            <a:ext cx="2887200" cy="354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2100">
                <a:latin typeface="Aldrich"/>
                <a:ea typeface="Aldrich"/>
                <a:cs typeface="Aldrich"/>
                <a:sym typeface="Aldrich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5" name="Google Shape;565;p13"/>
          <p:cNvSpPr txBox="1">
            <a:spLocks noGrp="1"/>
          </p:cNvSpPr>
          <p:nvPr>
            <p:ph type="subTitle" idx="8"/>
          </p:nvPr>
        </p:nvSpPr>
        <p:spPr>
          <a:xfrm>
            <a:off x="1639675" y="3865990"/>
            <a:ext cx="2349300" cy="54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6" name="Google Shape;566;p13"/>
          <p:cNvSpPr txBox="1">
            <a:spLocks noGrp="1"/>
          </p:cNvSpPr>
          <p:nvPr>
            <p:ph type="title" idx="9" hasCustomPrompt="1"/>
          </p:nvPr>
        </p:nvSpPr>
        <p:spPr>
          <a:xfrm>
            <a:off x="4707713" y="1535078"/>
            <a:ext cx="821700" cy="5544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700"/>
              <a:buNone/>
              <a:defRPr sz="23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9pPr>
          </a:lstStyle>
          <a:p>
            <a:r>
              <a:t>xx%</a:t>
            </a:r>
          </a:p>
        </p:txBody>
      </p:sp>
      <p:sp>
        <p:nvSpPr>
          <p:cNvPr id="567" name="Google Shape;567;p13"/>
          <p:cNvSpPr txBox="1">
            <a:spLocks noGrp="1"/>
          </p:cNvSpPr>
          <p:nvPr>
            <p:ph type="subTitle" idx="13"/>
          </p:nvPr>
        </p:nvSpPr>
        <p:spPr>
          <a:xfrm>
            <a:off x="5529413" y="1483450"/>
            <a:ext cx="2887200" cy="354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2100">
                <a:latin typeface="Aldrich"/>
                <a:ea typeface="Aldrich"/>
                <a:cs typeface="Aldrich"/>
                <a:sym typeface="Aldrich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8" name="Google Shape;568;p13"/>
          <p:cNvSpPr txBox="1">
            <a:spLocks noGrp="1"/>
          </p:cNvSpPr>
          <p:nvPr>
            <p:ph type="subTitle" idx="14"/>
          </p:nvPr>
        </p:nvSpPr>
        <p:spPr>
          <a:xfrm>
            <a:off x="5529413" y="1838040"/>
            <a:ext cx="2349300" cy="54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9" name="Google Shape;569;p13"/>
          <p:cNvSpPr txBox="1">
            <a:spLocks noGrp="1"/>
          </p:cNvSpPr>
          <p:nvPr>
            <p:ph type="title" idx="15" hasCustomPrompt="1"/>
          </p:nvPr>
        </p:nvSpPr>
        <p:spPr>
          <a:xfrm>
            <a:off x="4707713" y="2547299"/>
            <a:ext cx="821700" cy="5544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700"/>
              <a:buNone/>
              <a:defRPr sz="23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9pPr>
          </a:lstStyle>
          <a:p>
            <a:r>
              <a:t>xx%</a:t>
            </a:r>
          </a:p>
        </p:txBody>
      </p:sp>
      <p:sp>
        <p:nvSpPr>
          <p:cNvPr id="570" name="Google Shape;570;p13"/>
          <p:cNvSpPr txBox="1">
            <a:spLocks noGrp="1"/>
          </p:cNvSpPr>
          <p:nvPr>
            <p:ph type="subTitle" idx="16"/>
          </p:nvPr>
        </p:nvSpPr>
        <p:spPr>
          <a:xfrm>
            <a:off x="5529413" y="2497425"/>
            <a:ext cx="2887200" cy="354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2100">
                <a:latin typeface="Aldrich"/>
                <a:ea typeface="Aldrich"/>
                <a:cs typeface="Aldrich"/>
                <a:sym typeface="Aldrich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1" name="Google Shape;571;p13"/>
          <p:cNvSpPr txBox="1">
            <a:spLocks noGrp="1"/>
          </p:cNvSpPr>
          <p:nvPr>
            <p:ph type="subTitle" idx="17"/>
          </p:nvPr>
        </p:nvSpPr>
        <p:spPr>
          <a:xfrm>
            <a:off x="5529413" y="2852015"/>
            <a:ext cx="2349300" cy="54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2" name="Google Shape;572;p13"/>
          <p:cNvSpPr txBox="1">
            <a:spLocks noGrp="1"/>
          </p:cNvSpPr>
          <p:nvPr>
            <p:ph type="title" idx="18" hasCustomPrompt="1"/>
          </p:nvPr>
        </p:nvSpPr>
        <p:spPr>
          <a:xfrm>
            <a:off x="4707713" y="3559519"/>
            <a:ext cx="821700" cy="5544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700"/>
              <a:buNone/>
              <a:defRPr sz="23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9pPr>
          </a:lstStyle>
          <a:p>
            <a:r>
              <a:t>xx%</a:t>
            </a:r>
          </a:p>
        </p:txBody>
      </p:sp>
      <p:sp>
        <p:nvSpPr>
          <p:cNvPr id="573" name="Google Shape;573;p13"/>
          <p:cNvSpPr txBox="1">
            <a:spLocks noGrp="1"/>
          </p:cNvSpPr>
          <p:nvPr>
            <p:ph type="subTitle" idx="19"/>
          </p:nvPr>
        </p:nvSpPr>
        <p:spPr>
          <a:xfrm>
            <a:off x="5529413" y="3511400"/>
            <a:ext cx="2887200" cy="354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2100">
                <a:latin typeface="Aldrich"/>
                <a:ea typeface="Aldrich"/>
                <a:cs typeface="Aldrich"/>
                <a:sym typeface="Aldrich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4" name="Google Shape;574;p13"/>
          <p:cNvSpPr txBox="1">
            <a:spLocks noGrp="1"/>
          </p:cNvSpPr>
          <p:nvPr>
            <p:ph type="subTitle" idx="20"/>
          </p:nvPr>
        </p:nvSpPr>
        <p:spPr>
          <a:xfrm>
            <a:off x="5529413" y="3865990"/>
            <a:ext cx="2349300" cy="54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5" name="Google Shape;575;p13"/>
          <p:cNvSpPr txBox="1">
            <a:spLocks noGrp="1"/>
          </p:cNvSpPr>
          <p:nvPr>
            <p:ph type="title" idx="21"/>
          </p:nvPr>
        </p:nvSpPr>
        <p:spPr>
          <a:xfrm>
            <a:off x="715500" y="538250"/>
            <a:ext cx="7713000" cy="4206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900"/>
              <a:buNone/>
              <a:defRPr sz="2900">
                <a:latin typeface="Aldrich"/>
                <a:ea typeface="Aldrich"/>
                <a:cs typeface="Aldrich"/>
                <a:sym typeface="Aldrich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9pPr>
          </a:lstStyle>
          <a:p>
            <a:endParaRPr/>
          </a:p>
        </p:txBody>
      </p:sp>
      <p:grpSp>
        <p:nvGrpSpPr>
          <p:cNvPr id="576" name="Google Shape;576;p13"/>
          <p:cNvGrpSpPr/>
          <p:nvPr/>
        </p:nvGrpSpPr>
        <p:grpSpPr>
          <a:xfrm>
            <a:off x="8246982" y="3524700"/>
            <a:ext cx="1039906" cy="679800"/>
            <a:chOff x="4082325" y="3790650"/>
            <a:chExt cx="1039906" cy="679800"/>
          </a:xfrm>
        </p:grpSpPr>
        <p:sp>
          <p:nvSpPr>
            <p:cNvPr id="577" name="Google Shape;577;p13"/>
            <p:cNvSpPr/>
            <p:nvPr/>
          </p:nvSpPr>
          <p:spPr>
            <a:xfrm>
              <a:off x="4082325" y="3790650"/>
              <a:ext cx="1039906" cy="94858"/>
            </a:xfrm>
            <a:custGeom>
              <a:avLst/>
              <a:gdLst/>
              <a:ahLst/>
              <a:cxnLst/>
              <a:rect l="l" t="t" r="r" b="b"/>
              <a:pathLst>
                <a:path w="15874" h="1448" fill="none" extrusionOk="0">
                  <a:moveTo>
                    <a:pt x="1" y="1"/>
                  </a:moveTo>
                  <a:cubicBezTo>
                    <a:pt x="1138" y="1"/>
                    <a:pt x="1138" y="1447"/>
                    <a:pt x="2276" y="1447"/>
                  </a:cubicBezTo>
                  <a:cubicBezTo>
                    <a:pt x="3395" y="1447"/>
                    <a:pt x="3395" y="1"/>
                    <a:pt x="4533" y="1"/>
                  </a:cubicBezTo>
                  <a:cubicBezTo>
                    <a:pt x="5671" y="1"/>
                    <a:pt x="5671" y="1447"/>
                    <a:pt x="6809" y="1447"/>
                  </a:cubicBezTo>
                  <a:cubicBezTo>
                    <a:pt x="7947" y="1447"/>
                    <a:pt x="7947" y="1"/>
                    <a:pt x="9065" y="1"/>
                  </a:cubicBezTo>
                  <a:cubicBezTo>
                    <a:pt x="10203" y="1"/>
                    <a:pt x="10203" y="1447"/>
                    <a:pt x="11341" y="1447"/>
                  </a:cubicBezTo>
                  <a:cubicBezTo>
                    <a:pt x="12479" y="1447"/>
                    <a:pt x="12479" y="1"/>
                    <a:pt x="13617" y="1"/>
                  </a:cubicBezTo>
                  <a:cubicBezTo>
                    <a:pt x="14736" y="1"/>
                    <a:pt x="14736" y="1447"/>
                    <a:pt x="15873" y="1447"/>
                  </a:cubicBezTo>
                </a:path>
              </a:pathLst>
            </a:custGeom>
            <a:solidFill>
              <a:schemeClr val="lt1"/>
            </a:solidFill>
            <a:ln w="12050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8" name="Google Shape;578;p13"/>
            <p:cNvSpPr/>
            <p:nvPr/>
          </p:nvSpPr>
          <p:spPr>
            <a:xfrm>
              <a:off x="4082325" y="4083808"/>
              <a:ext cx="1039906" cy="94793"/>
            </a:xfrm>
            <a:custGeom>
              <a:avLst/>
              <a:gdLst/>
              <a:ahLst/>
              <a:cxnLst/>
              <a:rect l="l" t="t" r="r" b="b"/>
              <a:pathLst>
                <a:path w="15874" h="1447" fill="none" extrusionOk="0">
                  <a:moveTo>
                    <a:pt x="1" y="0"/>
                  </a:moveTo>
                  <a:cubicBezTo>
                    <a:pt x="1138" y="0"/>
                    <a:pt x="1138" y="1447"/>
                    <a:pt x="2276" y="1447"/>
                  </a:cubicBezTo>
                  <a:cubicBezTo>
                    <a:pt x="3395" y="1447"/>
                    <a:pt x="3395" y="0"/>
                    <a:pt x="4533" y="0"/>
                  </a:cubicBezTo>
                  <a:cubicBezTo>
                    <a:pt x="5671" y="0"/>
                    <a:pt x="5671" y="1447"/>
                    <a:pt x="6809" y="1447"/>
                  </a:cubicBezTo>
                  <a:cubicBezTo>
                    <a:pt x="7947" y="1447"/>
                    <a:pt x="7947" y="0"/>
                    <a:pt x="9065" y="0"/>
                  </a:cubicBezTo>
                  <a:cubicBezTo>
                    <a:pt x="10203" y="0"/>
                    <a:pt x="10203" y="1447"/>
                    <a:pt x="11341" y="1447"/>
                  </a:cubicBezTo>
                  <a:cubicBezTo>
                    <a:pt x="12479" y="1447"/>
                    <a:pt x="12479" y="0"/>
                    <a:pt x="13617" y="0"/>
                  </a:cubicBezTo>
                  <a:cubicBezTo>
                    <a:pt x="14736" y="0"/>
                    <a:pt x="14736" y="1447"/>
                    <a:pt x="15873" y="1447"/>
                  </a:cubicBezTo>
                </a:path>
              </a:pathLst>
            </a:custGeom>
            <a:solidFill>
              <a:schemeClr val="lt1"/>
            </a:solidFill>
            <a:ln w="12050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9" name="Google Shape;579;p13"/>
            <p:cNvSpPr/>
            <p:nvPr/>
          </p:nvSpPr>
          <p:spPr>
            <a:xfrm>
              <a:off x="4082325" y="4375657"/>
              <a:ext cx="1039906" cy="94793"/>
            </a:xfrm>
            <a:custGeom>
              <a:avLst/>
              <a:gdLst/>
              <a:ahLst/>
              <a:cxnLst/>
              <a:rect l="l" t="t" r="r" b="b"/>
              <a:pathLst>
                <a:path w="15874" h="1447" fill="none" extrusionOk="0">
                  <a:moveTo>
                    <a:pt x="1" y="0"/>
                  </a:moveTo>
                  <a:cubicBezTo>
                    <a:pt x="1138" y="0"/>
                    <a:pt x="1138" y="1447"/>
                    <a:pt x="2276" y="1447"/>
                  </a:cubicBezTo>
                  <a:cubicBezTo>
                    <a:pt x="3395" y="1447"/>
                    <a:pt x="3395" y="0"/>
                    <a:pt x="4533" y="0"/>
                  </a:cubicBezTo>
                  <a:cubicBezTo>
                    <a:pt x="5671" y="0"/>
                    <a:pt x="5671" y="1447"/>
                    <a:pt x="6809" y="1447"/>
                  </a:cubicBezTo>
                  <a:cubicBezTo>
                    <a:pt x="7947" y="1447"/>
                    <a:pt x="7947" y="0"/>
                    <a:pt x="9065" y="0"/>
                  </a:cubicBezTo>
                  <a:cubicBezTo>
                    <a:pt x="10203" y="0"/>
                    <a:pt x="10203" y="1447"/>
                    <a:pt x="11341" y="1447"/>
                  </a:cubicBezTo>
                  <a:cubicBezTo>
                    <a:pt x="12479" y="1447"/>
                    <a:pt x="12479" y="0"/>
                    <a:pt x="13617" y="0"/>
                  </a:cubicBezTo>
                  <a:cubicBezTo>
                    <a:pt x="14736" y="0"/>
                    <a:pt x="14736" y="1447"/>
                    <a:pt x="15873" y="1447"/>
                  </a:cubicBezTo>
                </a:path>
              </a:pathLst>
            </a:custGeom>
            <a:solidFill>
              <a:schemeClr val="lt1"/>
            </a:solidFill>
            <a:ln w="12050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80" name="Google Shape;580;p13"/>
          <p:cNvGrpSpPr/>
          <p:nvPr/>
        </p:nvGrpSpPr>
        <p:grpSpPr>
          <a:xfrm>
            <a:off x="-846423" y="4392645"/>
            <a:ext cx="1965289" cy="517060"/>
            <a:chOff x="3539975" y="3523525"/>
            <a:chExt cx="745925" cy="196250"/>
          </a:xfrm>
        </p:grpSpPr>
        <p:sp>
          <p:nvSpPr>
            <p:cNvPr id="581" name="Google Shape;581;p13"/>
            <p:cNvSpPr/>
            <p:nvPr/>
          </p:nvSpPr>
          <p:spPr>
            <a:xfrm>
              <a:off x="3539975" y="3523525"/>
              <a:ext cx="196250" cy="196250"/>
            </a:xfrm>
            <a:custGeom>
              <a:avLst/>
              <a:gdLst/>
              <a:ahLst/>
              <a:cxnLst/>
              <a:rect l="l" t="t" r="r" b="b"/>
              <a:pathLst>
                <a:path w="7850" h="7850" fill="none" extrusionOk="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2" name="Google Shape;582;p13"/>
            <p:cNvSpPr/>
            <p:nvPr/>
          </p:nvSpPr>
          <p:spPr>
            <a:xfrm>
              <a:off x="3576625" y="3523525"/>
              <a:ext cx="196250" cy="196250"/>
            </a:xfrm>
            <a:custGeom>
              <a:avLst/>
              <a:gdLst/>
              <a:ahLst/>
              <a:cxnLst/>
              <a:rect l="l" t="t" r="r" b="b"/>
              <a:pathLst>
                <a:path w="7850" h="7850" fill="none" extrusionOk="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3" name="Google Shape;583;p13"/>
            <p:cNvSpPr/>
            <p:nvPr/>
          </p:nvSpPr>
          <p:spPr>
            <a:xfrm>
              <a:off x="3613250" y="3523525"/>
              <a:ext cx="196275" cy="196250"/>
            </a:xfrm>
            <a:custGeom>
              <a:avLst/>
              <a:gdLst/>
              <a:ahLst/>
              <a:cxnLst/>
              <a:rect l="l" t="t" r="r" b="b"/>
              <a:pathLst>
                <a:path w="7851" h="7850" fill="none" extrusionOk="0">
                  <a:moveTo>
                    <a:pt x="1" y="0"/>
                  </a:moveTo>
                  <a:lnTo>
                    <a:pt x="7851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4" name="Google Shape;584;p13"/>
            <p:cNvSpPr/>
            <p:nvPr/>
          </p:nvSpPr>
          <p:spPr>
            <a:xfrm>
              <a:off x="3649900" y="3523525"/>
              <a:ext cx="196275" cy="196250"/>
            </a:xfrm>
            <a:custGeom>
              <a:avLst/>
              <a:gdLst/>
              <a:ahLst/>
              <a:cxnLst/>
              <a:rect l="l" t="t" r="r" b="b"/>
              <a:pathLst>
                <a:path w="7851" h="7850" fill="none" extrusionOk="0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5" name="Google Shape;585;p13"/>
            <p:cNvSpPr/>
            <p:nvPr/>
          </p:nvSpPr>
          <p:spPr>
            <a:xfrm>
              <a:off x="3686550" y="3523525"/>
              <a:ext cx="196275" cy="196250"/>
            </a:xfrm>
            <a:custGeom>
              <a:avLst/>
              <a:gdLst/>
              <a:ahLst/>
              <a:cxnLst/>
              <a:rect l="l" t="t" r="r" b="b"/>
              <a:pathLst>
                <a:path w="7851" h="7850" fill="none" extrusionOk="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6" name="Google Shape;586;p13"/>
            <p:cNvSpPr/>
            <p:nvPr/>
          </p:nvSpPr>
          <p:spPr>
            <a:xfrm>
              <a:off x="3723200" y="3523525"/>
              <a:ext cx="196250" cy="196250"/>
            </a:xfrm>
            <a:custGeom>
              <a:avLst/>
              <a:gdLst/>
              <a:ahLst/>
              <a:cxnLst/>
              <a:rect l="l" t="t" r="r" b="b"/>
              <a:pathLst>
                <a:path w="7850" h="7850" fill="none" extrusionOk="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7" name="Google Shape;587;p13"/>
            <p:cNvSpPr/>
            <p:nvPr/>
          </p:nvSpPr>
          <p:spPr>
            <a:xfrm>
              <a:off x="3759825" y="3523525"/>
              <a:ext cx="196275" cy="196250"/>
            </a:xfrm>
            <a:custGeom>
              <a:avLst/>
              <a:gdLst/>
              <a:ahLst/>
              <a:cxnLst/>
              <a:rect l="l" t="t" r="r" b="b"/>
              <a:pathLst>
                <a:path w="7851" h="7850" fill="none" extrusionOk="0">
                  <a:moveTo>
                    <a:pt x="1" y="0"/>
                  </a:moveTo>
                  <a:lnTo>
                    <a:pt x="7851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8" name="Google Shape;588;p13"/>
            <p:cNvSpPr/>
            <p:nvPr/>
          </p:nvSpPr>
          <p:spPr>
            <a:xfrm>
              <a:off x="3796475" y="3523525"/>
              <a:ext cx="196275" cy="196250"/>
            </a:xfrm>
            <a:custGeom>
              <a:avLst/>
              <a:gdLst/>
              <a:ahLst/>
              <a:cxnLst/>
              <a:rect l="l" t="t" r="r" b="b"/>
              <a:pathLst>
                <a:path w="7851" h="7850" fill="none" extrusionOk="0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9" name="Google Shape;589;p13"/>
            <p:cNvSpPr/>
            <p:nvPr/>
          </p:nvSpPr>
          <p:spPr>
            <a:xfrm>
              <a:off x="3833125" y="3523525"/>
              <a:ext cx="196275" cy="196250"/>
            </a:xfrm>
            <a:custGeom>
              <a:avLst/>
              <a:gdLst/>
              <a:ahLst/>
              <a:cxnLst/>
              <a:rect l="l" t="t" r="r" b="b"/>
              <a:pathLst>
                <a:path w="7851" h="7850" fill="none" extrusionOk="0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0" name="Google Shape;590;p13"/>
            <p:cNvSpPr/>
            <p:nvPr/>
          </p:nvSpPr>
          <p:spPr>
            <a:xfrm>
              <a:off x="3869775" y="3523525"/>
              <a:ext cx="196275" cy="196250"/>
            </a:xfrm>
            <a:custGeom>
              <a:avLst/>
              <a:gdLst/>
              <a:ahLst/>
              <a:cxnLst/>
              <a:rect l="l" t="t" r="r" b="b"/>
              <a:pathLst>
                <a:path w="7851" h="7850" fill="none" extrusionOk="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1" name="Google Shape;591;p13"/>
            <p:cNvSpPr/>
            <p:nvPr/>
          </p:nvSpPr>
          <p:spPr>
            <a:xfrm>
              <a:off x="3906425" y="3523525"/>
              <a:ext cx="196250" cy="196250"/>
            </a:xfrm>
            <a:custGeom>
              <a:avLst/>
              <a:gdLst/>
              <a:ahLst/>
              <a:cxnLst/>
              <a:rect l="l" t="t" r="r" b="b"/>
              <a:pathLst>
                <a:path w="7850" h="7850" fill="none" extrusionOk="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2" name="Google Shape;592;p13"/>
            <p:cNvSpPr/>
            <p:nvPr/>
          </p:nvSpPr>
          <p:spPr>
            <a:xfrm>
              <a:off x="3943050" y="3523525"/>
              <a:ext cx="196275" cy="196250"/>
            </a:xfrm>
            <a:custGeom>
              <a:avLst/>
              <a:gdLst/>
              <a:ahLst/>
              <a:cxnLst/>
              <a:rect l="l" t="t" r="r" b="b"/>
              <a:pathLst>
                <a:path w="7851" h="7850" fill="none" extrusionOk="0">
                  <a:moveTo>
                    <a:pt x="1" y="0"/>
                  </a:moveTo>
                  <a:lnTo>
                    <a:pt x="7851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3" name="Google Shape;593;p13"/>
            <p:cNvSpPr/>
            <p:nvPr/>
          </p:nvSpPr>
          <p:spPr>
            <a:xfrm>
              <a:off x="3979700" y="3523525"/>
              <a:ext cx="196275" cy="196250"/>
            </a:xfrm>
            <a:custGeom>
              <a:avLst/>
              <a:gdLst/>
              <a:ahLst/>
              <a:cxnLst/>
              <a:rect l="l" t="t" r="r" b="b"/>
              <a:pathLst>
                <a:path w="7851" h="7850" fill="none" extrusionOk="0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4" name="Google Shape;594;p13"/>
            <p:cNvSpPr/>
            <p:nvPr/>
          </p:nvSpPr>
          <p:spPr>
            <a:xfrm>
              <a:off x="4016350" y="3523525"/>
              <a:ext cx="196275" cy="196250"/>
            </a:xfrm>
            <a:custGeom>
              <a:avLst/>
              <a:gdLst/>
              <a:ahLst/>
              <a:cxnLst/>
              <a:rect l="l" t="t" r="r" b="b"/>
              <a:pathLst>
                <a:path w="7851" h="7850" fill="none" extrusionOk="0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5" name="Google Shape;595;p13"/>
            <p:cNvSpPr/>
            <p:nvPr/>
          </p:nvSpPr>
          <p:spPr>
            <a:xfrm>
              <a:off x="4053000" y="3523525"/>
              <a:ext cx="196250" cy="196250"/>
            </a:xfrm>
            <a:custGeom>
              <a:avLst/>
              <a:gdLst/>
              <a:ahLst/>
              <a:cxnLst/>
              <a:rect l="l" t="t" r="r" b="b"/>
              <a:pathLst>
                <a:path w="7850" h="7850" fill="none" extrusionOk="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6" name="Google Shape;596;p13"/>
            <p:cNvSpPr/>
            <p:nvPr/>
          </p:nvSpPr>
          <p:spPr>
            <a:xfrm>
              <a:off x="4089650" y="3523525"/>
              <a:ext cx="196250" cy="196250"/>
            </a:xfrm>
            <a:custGeom>
              <a:avLst/>
              <a:gdLst/>
              <a:ahLst/>
              <a:cxnLst/>
              <a:rect l="l" t="t" r="r" b="b"/>
              <a:pathLst>
                <a:path w="7850" h="7850" fill="none" extrusionOk="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97" name="Google Shape;597;p13"/>
          <p:cNvGrpSpPr/>
          <p:nvPr/>
        </p:nvGrpSpPr>
        <p:grpSpPr>
          <a:xfrm flipH="1">
            <a:off x="-3594575" y="-199329"/>
            <a:ext cx="4000413" cy="3175881"/>
            <a:chOff x="5207925" y="-1994879"/>
            <a:chExt cx="4000413" cy="3175881"/>
          </a:xfrm>
        </p:grpSpPr>
        <p:sp>
          <p:nvSpPr>
            <p:cNvPr id="598" name="Google Shape;598;p13"/>
            <p:cNvSpPr/>
            <p:nvPr/>
          </p:nvSpPr>
          <p:spPr>
            <a:xfrm>
              <a:off x="5256209" y="-1994879"/>
              <a:ext cx="3952129" cy="3103920"/>
            </a:xfrm>
            <a:custGeom>
              <a:avLst/>
              <a:gdLst/>
              <a:ahLst/>
              <a:cxnLst/>
              <a:rect l="l" t="t" r="r" b="b"/>
              <a:pathLst>
                <a:path w="89954" h="70648" fill="none" extrusionOk="0">
                  <a:moveTo>
                    <a:pt x="89954" y="70647"/>
                  </a:moveTo>
                  <a:lnTo>
                    <a:pt x="1" y="70647"/>
                  </a:lnTo>
                  <a:lnTo>
                    <a:pt x="1" y="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9" name="Google Shape;599;p13"/>
            <p:cNvSpPr/>
            <p:nvPr/>
          </p:nvSpPr>
          <p:spPr>
            <a:xfrm>
              <a:off x="5579917" y="1036061"/>
              <a:ext cx="144942" cy="144942"/>
            </a:xfrm>
            <a:custGeom>
              <a:avLst/>
              <a:gdLst/>
              <a:ahLst/>
              <a:cxnLst/>
              <a:rect l="l" t="t" r="r" b="b"/>
              <a:pathLst>
                <a:path w="3299" h="3299" extrusionOk="0">
                  <a:moveTo>
                    <a:pt x="0" y="1"/>
                  </a:moveTo>
                  <a:lnTo>
                    <a:pt x="0" y="3299"/>
                  </a:lnTo>
                  <a:lnTo>
                    <a:pt x="3298" y="3299"/>
                  </a:lnTo>
                  <a:lnTo>
                    <a:pt x="329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0" name="Google Shape;600;p13"/>
            <p:cNvSpPr/>
            <p:nvPr/>
          </p:nvSpPr>
          <p:spPr>
            <a:xfrm>
              <a:off x="5207925" y="352772"/>
              <a:ext cx="96613" cy="394888"/>
            </a:xfrm>
            <a:custGeom>
              <a:avLst/>
              <a:gdLst/>
              <a:ahLst/>
              <a:cxnLst/>
              <a:rect l="l" t="t" r="r" b="b"/>
              <a:pathLst>
                <a:path w="2199" h="8988" extrusionOk="0">
                  <a:moveTo>
                    <a:pt x="0" y="0"/>
                  </a:moveTo>
                  <a:lnTo>
                    <a:pt x="0" y="8988"/>
                  </a:lnTo>
                  <a:lnTo>
                    <a:pt x="2199" y="8988"/>
                  </a:lnTo>
                  <a:lnTo>
                    <a:pt x="219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">
  <p:cSld name="CUSTOM_2">
    <p:spTree>
      <p:nvGrpSpPr>
        <p:cNvPr id="1" name="Shape 1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14" name="Google Shape;1414;p32"/>
          <p:cNvPicPr preferRelativeResize="0"/>
          <p:nvPr/>
        </p:nvPicPr>
        <p:blipFill rotWithShape="1">
          <a:blip r:embed="rId2">
            <a:alphaModFix amt="60000"/>
          </a:blip>
          <a:srcRect t="9" b="9"/>
          <a:stretch/>
        </p:blipFill>
        <p:spPr>
          <a:xfrm rot="10800000">
            <a:off x="0" y="1"/>
            <a:ext cx="9144002" cy="5143499"/>
          </a:xfrm>
          <a:prstGeom prst="rect">
            <a:avLst/>
          </a:prstGeom>
          <a:noFill/>
          <a:ln>
            <a:noFill/>
          </a:ln>
        </p:spPr>
      </p:pic>
      <p:sp>
        <p:nvSpPr>
          <p:cNvPr id="1415" name="Google Shape;1415;p32"/>
          <p:cNvSpPr txBox="1">
            <a:spLocks noGrp="1"/>
          </p:cNvSpPr>
          <p:nvPr>
            <p:ph type="title"/>
          </p:nvPr>
        </p:nvSpPr>
        <p:spPr>
          <a:xfrm>
            <a:off x="5880200" y="1545007"/>
            <a:ext cx="2548200" cy="7944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9pPr>
          </a:lstStyle>
          <a:p>
            <a:endParaRPr/>
          </a:p>
        </p:txBody>
      </p:sp>
      <p:sp>
        <p:nvSpPr>
          <p:cNvPr id="1416" name="Google Shape;1416;p32"/>
          <p:cNvSpPr txBox="1">
            <a:spLocks noGrp="1"/>
          </p:cNvSpPr>
          <p:nvPr>
            <p:ph type="subTitle" idx="1"/>
          </p:nvPr>
        </p:nvSpPr>
        <p:spPr>
          <a:xfrm>
            <a:off x="4572000" y="2466700"/>
            <a:ext cx="3856200" cy="128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1417" name="Google Shape;1417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95026" y="-1108430"/>
            <a:ext cx="2733675" cy="289996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18" name="Google Shape;1418;p32"/>
          <p:cNvGrpSpPr/>
          <p:nvPr/>
        </p:nvGrpSpPr>
        <p:grpSpPr>
          <a:xfrm>
            <a:off x="4093457" y="3925450"/>
            <a:ext cx="1039906" cy="679800"/>
            <a:chOff x="4082325" y="3790650"/>
            <a:chExt cx="1039906" cy="679800"/>
          </a:xfrm>
        </p:grpSpPr>
        <p:sp>
          <p:nvSpPr>
            <p:cNvPr id="1419" name="Google Shape;1419;p32"/>
            <p:cNvSpPr/>
            <p:nvPr/>
          </p:nvSpPr>
          <p:spPr>
            <a:xfrm>
              <a:off x="4082325" y="3790650"/>
              <a:ext cx="1039906" cy="94858"/>
            </a:xfrm>
            <a:custGeom>
              <a:avLst/>
              <a:gdLst/>
              <a:ahLst/>
              <a:cxnLst/>
              <a:rect l="l" t="t" r="r" b="b"/>
              <a:pathLst>
                <a:path w="15874" h="1448" fill="none" extrusionOk="0">
                  <a:moveTo>
                    <a:pt x="1" y="1"/>
                  </a:moveTo>
                  <a:cubicBezTo>
                    <a:pt x="1138" y="1"/>
                    <a:pt x="1138" y="1447"/>
                    <a:pt x="2276" y="1447"/>
                  </a:cubicBezTo>
                  <a:cubicBezTo>
                    <a:pt x="3395" y="1447"/>
                    <a:pt x="3395" y="1"/>
                    <a:pt x="4533" y="1"/>
                  </a:cubicBezTo>
                  <a:cubicBezTo>
                    <a:pt x="5671" y="1"/>
                    <a:pt x="5671" y="1447"/>
                    <a:pt x="6809" y="1447"/>
                  </a:cubicBezTo>
                  <a:cubicBezTo>
                    <a:pt x="7947" y="1447"/>
                    <a:pt x="7947" y="1"/>
                    <a:pt x="9065" y="1"/>
                  </a:cubicBezTo>
                  <a:cubicBezTo>
                    <a:pt x="10203" y="1"/>
                    <a:pt x="10203" y="1447"/>
                    <a:pt x="11341" y="1447"/>
                  </a:cubicBezTo>
                  <a:cubicBezTo>
                    <a:pt x="12479" y="1447"/>
                    <a:pt x="12479" y="1"/>
                    <a:pt x="13617" y="1"/>
                  </a:cubicBezTo>
                  <a:cubicBezTo>
                    <a:pt x="14736" y="1"/>
                    <a:pt x="14736" y="1447"/>
                    <a:pt x="15873" y="1447"/>
                  </a:cubicBezTo>
                </a:path>
              </a:pathLst>
            </a:custGeom>
            <a:solidFill>
              <a:schemeClr val="lt1"/>
            </a:solidFill>
            <a:ln w="12050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0" name="Google Shape;1420;p32"/>
            <p:cNvSpPr/>
            <p:nvPr/>
          </p:nvSpPr>
          <p:spPr>
            <a:xfrm>
              <a:off x="4082325" y="4083808"/>
              <a:ext cx="1039906" cy="94793"/>
            </a:xfrm>
            <a:custGeom>
              <a:avLst/>
              <a:gdLst/>
              <a:ahLst/>
              <a:cxnLst/>
              <a:rect l="l" t="t" r="r" b="b"/>
              <a:pathLst>
                <a:path w="15874" h="1447" fill="none" extrusionOk="0">
                  <a:moveTo>
                    <a:pt x="1" y="0"/>
                  </a:moveTo>
                  <a:cubicBezTo>
                    <a:pt x="1138" y="0"/>
                    <a:pt x="1138" y="1447"/>
                    <a:pt x="2276" y="1447"/>
                  </a:cubicBezTo>
                  <a:cubicBezTo>
                    <a:pt x="3395" y="1447"/>
                    <a:pt x="3395" y="0"/>
                    <a:pt x="4533" y="0"/>
                  </a:cubicBezTo>
                  <a:cubicBezTo>
                    <a:pt x="5671" y="0"/>
                    <a:pt x="5671" y="1447"/>
                    <a:pt x="6809" y="1447"/>
                  </a:cubicBezTo>
                  <a:cubicBezTo>
                    <a:pt x="7947" y="1447"/>
                    <a:pt x="7947" y="0"/>
                    <a:pt x="9065" y="0"/>
                  </a:cubicBezTo>
                  <a:cubicBezTo>
                    <a:pt x="10203" y="0"/>
                    <a:pt x="10203" y="1447"/>
                    <a:pt x="11341" y="1447"/>
                  </a:cubicBezTo>
                  <a:cubicBezTo>
                    <a:pt x="12479" y="1447"/>
                    <a:pt x="12479" y="0"/>
                    <a:pt x="13617" y="0"/>
                  </a:cubicBezTo>
                  <a:cubicBezTo>
                    <a:pt x="14736" y="0"/>
                    <a:pt x="14736" y="1447"/>
                    <a:pt x="15873" y="1447"/>
                  </a:cubicBezTo>
                </a:path>
              </a:pathLst>
            </a:custGeom>
            <a:solidFill>
              <a:schemeClr val="lt1"/>
            </a:solidFill>
            <a:ln w="12050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1" name="Google Shape;1421;p32"/>
            <p:cNvSpPr/>
            <p:nvPr/>
          </p:nvSpPr>
          <p:spPr>
            <a:xfrm>
              <a:off x="4082325" y="4375657"/>
              <a:ext cx="1039906" cy="94793"/>
            </a:xfrm>
            <a:custGeom>
              <a:avLst/>
              <a:gdLst/>
              <a:ahLst/>
              <a:cxnLst/>
              <a:rect l="l" t="t" r="r" b="b"/>
              <a:pathLst>
                <a:path w="15874" h="1447" fill="none" extrusionOk="0">
                  <a:moveTo>
                    <a:pt x="1" y="0"/>
                  </a:moveTo>
                  <a:cubicBezTo>
                    <a:pt x="1138" y="0"/>
                    <a:pt x="1138" y="1447"/>
                    <a:pt x="2276" y="1447"/>
                  </a:cubicBezTo>
                  <a:cubicBezTo>
                    <a:pt x="3395" y="1447"/>
                    <a:pt x="3395" y="0"/>
                    <a:pt x="4533" y="0"/>
                  </a:cubicBezTo>
                  <a:cubicBezTo>
                    <a:pt x="5671" y="0"/>
                    <a:pt x="5671" y="1447"/>
                    <a:pt x="6809" y="1447"/>
                  </a:cubicBezTo>
                  <a:cubicBezTo>
                    <a:pt x="7947" y="1447"/>
                    <a:pt x="7947" y="0"/>
                    <a:pt x="9065" y="0"/>
                  </a:cubicBezTo>
                  <a:cubicBezTo>
                    <a:pt x="10203" y="0"/>
                    <a:pt x="10203" y="1447"/>
                    <a:pt x="11341" y="1447"/>
                  </a:cubicBezTo>
                  <a:cubicBezTo>
                    <a:pt x="12479" y="1447"/>
                    <a:pt x="12479" y="0"/>
                    <a:pt x="13617" y="0"/>
                  </a:cubicBezTo>
                  <a:cubicBezTo>
                    <a:pt x="14736" y="0"/>
                    <a:pt x="14736" y="1447"/>
                    <a:pt x="15873" y="1447"/>
                  </a:cubicBezTo>
                </a:path>
              </a:pathLst>
            </a:custGeom>
            <a:solidFill>
              <a:schemeClr val="lt1"/>
            </a:solidFill>
            <a:ln w="12050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422" name="Google Shape;1422;p32"/>
          <p:cNvGrpSpPr/>
          <p:nvPr/>
        </p:nvGrpSpPr>
        <p:grpSpPr>
          <a:xfrm>
            <a:off x="7538846" y="4021496"/>
            <a:ext cx="793256" cy="182899"/>
            <a:chOff x="2685575" y="2835950"/>
            <a:chExt cx="433000" cy="99825"/>
          </a:xfrm>
        </p:grpSpPr>
        <p:sp>
          <p:nvSpPr>
            <p:cNvPr id="1423" name="Google Shape;1423;p32"/>
            <p:cNvSpPr/>
            <p:nvPr/>
          </p:nvSpPr>
          <p:spPr>
            <a:xfrm>
              <a:off x="3032250" y="2835950"/>
              <a:ext cx="86325" cy="99825"/>
            </a:xfrm>
            <a:custGeom>
              <a:avLst/>
              <a:gdLst/>
              <a:ahLst/>
              <a:cxnLst/>
              <a:rect l="l" t="t" r="r" b="b"/>
              <a:pathLst>
                <a:path w="3453" h="3993" extrusionOk="0">
                  <a:moveTo>
                    <a:pt x="3453" y="0"/>
                  </a:moveTo>
                  <a:lnTo>
                    <a:pt x="0" y="2006"/>
                  </a:lnTo>
                  <a:lnTo>
                    <a:pt x="3453" y="3993"/>
                  </a:lnTo>
                  <a:lnTo>
                    <a:pt x="345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4" name="Google Shape;1424;p32"/>
            <p:cNvSpPr/>
            <p:nvPr/>
          </p:nvSpPr>
          <p:spPr>
            <a:xfrm>
              <a:off x="2917000" y="2835950"/>
              <a:ext cx="85850" cy="99825"/>
            </a:xfrm>
            <a:custGeom>
              <a:avLst/>
              <a:gdLst/>
              <a:ahLst/>
              <a:cxnLst/>
              <a:rect l="l" t="t" r="r" b="b"/>
              <a:pathLst>
                <a:path w="3434" h="3993" extrusionOk="0">
                  <a:moveTo>
                    <a:pt x="3434" y="0"/>
                  </a:moveTo>
                  <a:lnTo>
                    <a:pt x="1" y="2006"/>
                  </a:lnTo>
                  <a:lnTo>
                    <a:pt x="3434" y="3993"/>
                  </a:lnTo>
                  <a:lnTo>
                    <a:pt x="3434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5" name="Google Shape;1425;p32"/>
            <p:cNvSpPr/>
            <p:nvPr/>
          </p:nvSpPr>
          <p:spPr>
            <a:xfrm>
              <a:off x="2801300" y="2835950"/>
              <a:ext cx="86325" cy="99825"/>
            </a:xfrm>
            <a:custGeom>
              <a:avLst/>
              <a:gdLst/>
              <a:ahLst/>
              <a:cxnLst/>
              <a:rect l="l" t="t" r="r" b="b"/>
              <a:pathLst>
                <a:path w="3453" h="3993" extrusionOk="0">
                  <a:moveTo>
                    <a:pt x="3452" y="0"/>
                  </a:moveTo>
                  <a:lnTo>
                    <a:pt x="0" y="2006"/>
                  </a:lnTo>
                  <a:lnTo>
                    <a:pt x="3452" y="3993"/>
                  </a:lnTo>
                  <a:lnTo>
                    <a:pt x="345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6" name="Google Shape;1426;p32"/>
            <p:cNvSpPr/>
            <p:nvPr/>
          </p:nvSpPr>
          <p:spPr>
            <a:xfrm>
              <a:off x="2685575" y="2835950"/>
              <a:ext cx="86325" cy="99825"/>
            </a:xfrm>
            <a:custGeom>
              <a:avLst/>
              <a:gdLst/>
              <a:ahLst/>
              <a:cxnLst/>
              <a:rect l="l" t="t" r="r" b="b"/>
              <a:pathLst>
                <a:path w="3453" h="3993" extrusionOk="0">
                  <a:moveTo>
                    <a:pt x="3453" y="0"/>
                  </a:moveTo>
                  <a:lnTo>
                    <a:pt x="0" y="2006"/>
                  </a:lnTo>
                  <a:lnTo>
                    <a:pt x="3453" y="3993"/>
                  </a:lnTo>
                  <a:lnTo>
                    <a:pt x="345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427" name="Google Shape;1427;p32"/>
          <p:cNvGrpSpPr/>
          <p:nvPr/>
        </p:nvGrpSpPr>
        <p:grpSpPr>
          <a:xfrm>
            <a:off x="6492952" y="563770"/>
            <a:ext cx="1965289" cy="517060"/>
            <a:chOff x="3539975" y="3523525"/>
            <a:chExt cx="745925" cy="196250"/>
          </a:xfrm>
        </p:grpSpPr>
        <p:sp>
          <p:nvSpPr>
            <p:cNvPr id="1428" name="Google Shape;1428;p32"/>
            <p:cNvSpPr/>
            <p:nvPr/>
          </p:nvSpPr>
          <p:spPr>
            <a:xfrm>
              <a:off x="3539975" y="3523525"/>
              <a:ext cx="196250" cy="196250"/>
            </a:xfrm>
            <a:custGeom>
              <a:avLst/>
              <a:gdLst/>
              <a:ahLst/>
              <a:cxnLst/>
              <a:rect l="l" t="t" r="r" b="b"/>
              <a:pathLst>
                <a:path w="7850" h="7850" fill="none" extrusionOk="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9" name="Google Shape;1429;p32"/>
            <p:cNvSpPr/>
            <p:nvPr/>
          </p:nvSpPr>
          <p:spPr>
            <a:xfrm>
              <a:off x="3576625" y="3523525"/>
              <a:ext cx="196250" cy="196250"/>
            </a:xfrm>
            <a:custGeom>
              <a:avLst/>
              <a:gdLst/>
              <a:ahLst/>
              <a:cxnLst/>
              <a:rect l="l" t="t" r="r" b="b"/>
              <a:pathLst>
                <a:path w="7850" h="7850" fill="none" extrusionOk="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0" name="Google Shape;1430;p32"/>
            <p:cNvSpPr/>
            <p:nvPr/>
          </p:nvSpPr>
          <p:spPr>
            <a:xfrm>
              <a:off x="3613250" y="3523525"/>
              <a:ext cx="196275" cy="196250"/>
            </a:xfrm>
            <a:custGeom>
              <a:avLst/>
              <a:gdLst/>
              <a:ahLst/>
              <a:cxnLst/>
              <a:rect l="l" t="t" r="r" b="b"/>
              <a:pathLst>
                <a:path w="7851" h="7850" fill="none" extrusionOk="0">
                  <a:moveTo>
                    <a:pt x="1" y="0"/>
                  </a:moveTo>
                  <a:lnTo>
                    <a:pt x="7851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1" name="Google Shape;1431;p32"/>
            <p:cNvSpPr/>
            <p:nvPr/>
          </p:nvSpPr>
          <p:spPr>
            <a:xfrm>
              <a:off x="3649900" y="3523525"/>
              <a:ext cx="196275" cy="196250"/>
            </a:xfrm>
            <a:custGeom>
              <a:avLst/>
              <a:gdLst/>
              <a:ahLst/>
              <a:cxnLst/>
              <a:rect l="l" t="t" r="r" b="b"/>
              <a:pathLst>
                <a:path w="7851" h="7850" fill="none" extrusionOk="0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2" name="Google Shape;1432;p32"/>
            <p:cNvSpPr/>
            <p:nvPr/>
          </p:nvSpPr>
          <p:spPr>
            <a:xfrm>
              <a:off x="3686550" y="3523525"/>
              <a:ext cx="196275" cy="196250"/>
            </a:xfrm>
            <a:custGeom>
              <a:avLst/>
              <a:gdLst/>
              <a:ahLst/>
              <a:cxnLst/>
              <a:rect l="l" t="t" r="r" b="b"/>
              <a:pathLst>
                <a:path w="7851" h="7850" fill="none" extrusionOk="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3" name="Google Shape;1433;p32"/>
            <p:cNvSpPr/>
            <p:nvPr/>
          </p:nvSpPr>
          <p:spPr>
            <a:xfrm>
              <a:off x="3723200" y="3523525"/>
              <a:ext cx="196250" cy="196250"/>
            </a:xfrm>
            <a:custGeom>
              <a:avLst/>
              <a:gdLst/>
              <a:ahLst/>
              <a:cxnLst/>
              <a:rect l="l" t="t" r="r" b="b"/>
              <a:pathLst>
                <a:path w="7850" h="7850" fill="none" extrusionOk="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4" name="Google Shape;1434;p32"/>
            <p:cNvSpPr/>
            <p:nvPr/>
          </p:nvSpPr>
          <p:spPr>
            <a:xfrm>
              <a:off x="3759825" y="3523525"/>
              <a:ext cx="196275" cy="196250"/>
            </a:xfrm>
            <a:custGeom>
              <a:avLst/>
              <a:gdLst/>
              <a:ahLst/>
              <a:cxnLst/>
              <a:rect l="l" t="t" r="r" b="b"/>
              <a:pathLst>
                <a:path w="7851" h="7850" fill="none" extrusionOk="0">
                  <a:moveTo>
                    <a:pt x="1" y="0"/>
                  </a:moveTo>
                  <a:lnTo>
                    <a:pt x="7851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5" name="Google Shape;1435;p32"/>
            <p:cNvSpPr/>
            <p:nvPr/>
          </p:nvSpPr>
          <p:spPr>
            <a:xfrm>
              <a:off x="3796475" y="3523525"/>
              <a:ext cx="196275" cy="196250"/>
            </a:xfrm>
            <a:custGeom>
              <a:avLst/>
              <a:gdLst/>
              <a:ahLst/>
              <a:cxnLst/>
              <a:rect l="l" t="t" r="r" b="b"/>
              <a:pathLst>
                <a:path w="7851" h="7850" fill="none" extrusionOk="0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6" name="Google Shape;1436;p32"/>
            <p:cNvSpPr/>
            <p:nvPr/>
          </p:nvSpPr>
          <p:spPr>
            <a:xfrm>
              <a:off x="3833125" y="3523525"/>
              <a:ext cx="196275" cy="196250"/>
            </a:xfrm>
            <a:custGeom>
              <a:avLst/>
              <a:gdLst/>
              <a:ahLst/>
              <a:cxnLst/>
              <a:rect l="l" t="t" r="r" b="b"/>
              <a:pathLst>
                <a:path w="7851" h="7850" fill="none" extrusionOk="0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7" name="Google Shape;1437;p32"/>
            <p:cNvSpPr/>
            <p:nvPr/>
          </p:nvSpPr>
          <p:spPr>
            <a:xfrm>
              <a:off x="3869775" y="3523525"/>
              <a:ext cx="196275" cy="196250"/>
            </a:xfrm>
            <a:custGeom>
              <a:avLst/>
              <a:gdLst/>
              <a:ahLst/>
              <a:cxnLst/>
              <a:rect l="l" t="t" r="r" b="b"/>
              <a:pathLst>
                <a:path w="7851" h="7850" fill="none" extrusionOk="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8" name="Google Shape;1438;p32"/>
            <p:cNvSpPr/>
            <p:nvPr/>
          </p:nvSpPr>
          <p:spPr>
            <a:xfrm>
              <a:off x="3906425" y="3523525"/>
              <a:ext cx="196250" cy="196250"/>
            </a:xfrm>
            <a:custGeom>
              <a:avLst/>
              <a:gdLst/>
              <a:ahLst/>
              <a:cxnLst/>
              <a:rect l="l" t="t" r="r" b="b"/>
              <a:pathLst>
                <a:path w="7850" h="7850" fill="none" extrusionOk="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9" name="Google Shape;1439;p32"/>
            <p:cNvSpPr/>
            <p:nvPr/>
          </p:nvSpPr>
          <p:spPr>
            <a:xfrm>
              <a:off x="3943050" y="3523525"/>
              <a:ext cx="196275" cy="196250"/>
            </a:xfrm>
            <a:custGeom>
              <a:avLst/>
              <a:gdLst/>
              <a:ahLst/>
              <a:cxnLst/>
              <a:rect l="l" t="t" r="r" b="b"/>
              <a:pathLst>
                <a:path w="7851" h="7850" fill="none" extrusionOk="0">
                  <a:moveTo>
                    <a:pt x="1" y="0"/>
                  </a:moveTo>
                  <a:lnTo>
                    <a:pt x="7851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0" name="Google Shape;1440;p32"/>
            <p:cNvSpPr/>
            <p:nvPr/>
          </p:nvSpPr>
          <p:spPr>
            <a:xfrm>
              <a:off x="3979700" y="3523525"/>
              <a:ext cx="196275" cy="196250"/>
            </a:xfrm>
            <a:custGeom>
              <a:avLst/>
              <a:gdLst/>
              <a:ahLst/>
              <a:cxnLst/>
              <a:rect l="l" t="t" r="r" b="b"/>
              <a:pathLst>
                <a:path w="7851" h="7850" fill="none" extrusionOk="0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1" name="Google Shape;1441;p32"/>
            <p:cNvSpPr/>
            <p:nvPr/>
          </p:nvSpPr>
          <p:spPr>
            <a:xfrm>
              <a:off x="4016350" y="3523525"/>
              <a:ext cx="196275" cy="196250"/>
            </a:xfrm>
            <a:custGeom>
              <a:avLst/>
              <a:gdLst/>
              <a:ahLst/>
              <a:cxnLst/>
              <a:rect l="l" t="t" r="r" b="b"/>
              <a:pathLst>
                <a:path w="7851" h="7850" fill="none" extrusionOk="0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2" name="Google Shape;1442;p32"/>
            <p:cNvSpPr/>
            <p:nvPr/>
          </p:nvSpPr>
          <p:spPr>
            <a:xfrm>
              <a:off x="4053000" y="3523525"/>
              <a:ext cx="196250" cy="196250"/>
            </a:xfrm>
            <a:custGeom>
              <a:avLst/>
              <a:gdLst/>
              <a:ahLst/>
              <a:cxnLst/>
              <a:rect l="l" t="t" r="r" b="b"/>
              <a:pathLst>
                <a:path w="7850" h="7850" fill="none" extrusionOk="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3" name="Google Shape;1443;p32"/>
            <p:cNvSpPr/>
            <p:nvPr/>
          </p:nvSpPr>
          <p:spPr>
            <a:xfrm>
              <a:off x="4089650" y="3523525"/>
              <a:ext cx="196250" cy="196250"/>
            </a:xfrm>
            <a:custGeom>
              <a:avLst/>
              <a:gdLst/>
              <a:ahLst/>
              <a:cxnLst/>
              <a:rect l="l" t="t" r="r" b="b"/>
              <a:pathLst>
                <a:path w="7850" h="7850" fill="none" extrusionOk="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444" name="Google Shape;1444;p32"/>
          <p:cNvSpPr/>
          <p:nvPr/>
        </p:nvSpPr>
        <p:spPr>
          <a:xfrm>
            <a:off x="6088025" y="3988210"/>
            <a:ext cx="555517" cy="554294"/>
          </a:xfrm>
          <a:custGeom>
            <a:avLst/>
            <a:gdLst/>
            <a:ahLst/>
            <a:cxnLst/>
            <a:rect l="l" t="t" r="r" b="b"/>
            <a:pathLst>
              <a:path w="11362" h="11337" extrusionOk="0">
                <a:moveTo>
                  <a:pt x="11362" y="5668"/>
                </a:moveTo>
                <a:cubicBezTo>
                  <a:pt x="11362" y="8798"/>
                  <a:pt x="8823" y="11337"/>
                  <a:pt x="5669" y="11337"/>
                </a:cubicBezTo>
                <a:cubicBezTo>
                  <a:pt x="2539" y="11337"/>
                  <a:pt x="1" y="8798"/>
                  <a:pt x="1" y="5668"/>
                </a:cubicBezTo>
                <a:cubicBezTo>
                  <a:pt x="1" y="2539"/>
                  <a:pt x="2539" y="0"/>
                  <a:pt x="5669" y="0"/>
                </a:cubicBezTo>
                <a:cubicBezTo>
                  <a:pt x="8823" y="0"/>
                  <a:pt x="11362" y="2539"/>
                  <a:pt x="11362" y="5668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1">
  <p:cSld name="CUSTOM_2_2">
    <p:spTree>
      <p:nvGrpSpPr>
        <p:cNvPr id="1" name="Shape 1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46" name="Google Shape;1446;p33"/>
          <p:cNvPicPr preferRelativeResize="0"/>
          <p:nvPr/>
        </p:nvPicPr>
        <p:blipFill rotWithShape="1">
          <a:blip r:embed="rId2">
            <a:alphaModFix amt="60000"/>
          </a:blip>
          <a:srcRect l="39" r="29"/>
          <a:stretch/>
        </p:blipFill>
        <p:spPr>
          <a:xfrm flipH="1">
            <a:off x="0" y="1"/>
            <a:ext cx="9144002" cy="5143499"/>
          </a:xfrm>
          <a:prstGeom prst="rect">
            <a:avLst/>
          </a:prstGeom>
          <a:noFill/>
          <a:ln>
            <a:noFill/>
          </a:ln>
        </p:spPr>
      </p:pic>
      <p:sp>
        <p:nvSpPr>
          <p:cNvPr id="1447" name="Google Shape;1447;p33"/>
          <p:cNvSpPr txBox="1">
            <a:spLocks noGrp="1"/>
          </p:cNvSpPr>
          <p:nvPr>
            <p:ph type="title"/>
          </p:nvPr>
        </p:nvSpPr>
        <p:spPr>
          <a:xfrm>
            <a:off x="4963975" y="1838875"/>
            <a:ext cx="3396300" cy="3717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9pPr>
          </a:lstStyle>
          <a:p>
            <a:endParaRPr/>
          </a:p>
        </p:txBody>
      </p:sp>
      <p:sp>
        <p:nvSpPr>
          <p:cNvPr id="1448" name="Google Shape;1448;p33"/>
          <p:cNvSpPr txBox="1">
            <a:spLocks noGrp="1"/>
          </p:cNvSpPr>
          <p:nvPr>
            <p:ph type="subTitle" idx="1"/>
          </p:nvPr>
        </p:nvSpPr>
        <p:spPr>
          <a:xfrm>
            <a:off x="4963950" y="2332050"/>
            <a:ext cx="3396300" cy="118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1449" name="Google Shape;1449;p33"/>
          <p:cNvGrpSpPr/>
          <p:nvPr/>
        </p:nvGrpSpPr>
        <p:grpSpPr>
          <a:xfrm>
            <a:off x="391864" y="3545270"/>
            <a:ext cx="289170" cy="284718"/>
            <a:chOff x="426000" y="3302025"/>
            <a:chExt cx="220875" cy="217475"/>
          </a:xfrm>
        </p:grpSpPr>
        <p:sp>
          <p:nvSpPr>
            <p:cNvPr id="1450" name="Google Shape;1450;p33"/>
            <p:cNvSpPr/>
            <p:nvPr/>
          </p:nvSpPr>
          <p:spPr>
            <a:xfrm>
              <a:off x="426000" y="3425950"/>
              <a:ext cx="214125" cy="93550"/>
            </a:xfrm>
            <a:custGeom>
              <a:avLst/>
              <a:gdLst/>
              <a:ahLst/>
              <a:cxnLst/>
              <a:rect l="l" t="t" r="r" b="b"/>
              <a:pathLst>
                <a:path w="8565" h="3742" extrusionOk="0">
                  <a:moveTo>
                    <a:pt x="1" y="0"/>
                  </a:moveTo>
                  <a:cubicBezTo>
                    <a:pt x="290" y="2141"/>
                    <a:pt x="2122" y="3742"/>
                    <a:pt x="4283" y="3742"/>
                  </a:cubicBezTo>
                  <a:cubicBezTo>
                    <a:pt x="6443" y="3742"/>
                    <a:pt x="8275" y="2141"/>
                    <a:pt x="856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1" name="Google Shape;1451;p33"/>
            <p:cNvSpPr/>
            <p:nvPr/>
          </p:nvSpPr>
          <p:spPr>
            <a:xfrm>
              <a:off x="432750" y="3302025"/>
              <a:ext cx="214125" cy="94050"/>
            </a:xfrm>
            <a:custGeom>
              <a:avLst/>
              <a:gdLst/>
              <a:ahLst/>
              <a:cxnLst/>
              <a:rect l="l" t="t" r="r" b="b"/>
              <a:pathLst>
                <a:path w="8565" h="3762" extrusionOk="0">
                  <a:moveTo>
                    <a:pt x="1" y="0"/>
                  </a:moveTo>
                  <a:cubicBezTo>
                    <a:pt x="271" y="2141"/>
                    <a:pt x="2103" y="3761"/>
                    <a:pt x="4283" y="3761"/>
                  </a:cubicBezTo>
                  <a:cubicBezTo>
                    <a:pt x="6443" y="3761"/>
                    <a:pt x="8275" y="2141"/>
                    <a:pt x="856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452" name="Google Shape;1452;p33"/>
          <p:cNvGrpSpPr/>
          <p:nvPr/>
        </p:nvGrpSpPr>
        <p:grpSpPr>
          <a:xfrm>
            <a:off x="357713" y="905775"/>
            <a:ext cx="357454" cy="956304"/>
            <a:chOff x="357713" y="600975"/>
            <a:chExt cx="357454" cy="956304"/>
          </a:xfrm>
        </p:grpSpPr>
        <p:sp>
          <p:nvSpPr>
            <p:cNvPr id="1453" name="Google Shape;1453;p33"/>
            <p:cNvSpPr/>
            <p:nvPr/>
          </p:nvSpPr>
          <p:spPr>
            <a:xfrm>
              <a:off x="357713" y="600975"/>
              <a:ext cx="357454" cy="357454"/>
            </a:xfrm>
            <a:custGeom>
              <a:avLst/>
              <a:gdLst/>
              <a:ahLst/>
              <a:cxnLst/>
              <a:rect l="l" t="t" r="r" b="b"/>
              <a:pathLst>
                <a:path w="6539" h="6539" fill="none" extrusionOk="0">
                  <a:moveTo>
                    <a:pt x="3954" y="367"/>
                  </a:moveTo>
                  <a:cubicBezTo>
                    <a:pt x="5535" y="752"/>
                    <a:pt x="6538" y="2353"/>
                    <a:pt x="6152" y="3954"/>
                  </a:cubicBezTo>
                  <a:cubicBezTo>
                    <a:pt x="5767" y="5535"/>
                    <a:pt x="4166" y="6538"/>
                    <a:pt x="2584" y="6153"/>
                  </a:cubicBezTo>
                  <a:cubicBezTo>
                    <a:pt x="984" y="5767"/>
                    <a:pt x="0" y="4166"/>
                    <a:pt x="366" y="2585"/>
                  </a:cubicBezTo>
                  <a:cubicBezTo>
                    <a:pt x="752" y="984"/>
                    <a:pt x="2353" y="0"/>
                    <a:pt x="3954" y="36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4" name="Google Shape;1454;p33"/>
            <p:cNvSpPr/>
            <p:nvPr/>
          </p:nvSpPr>
          <p:spPr>
            <a:xfrm>
              <a:off x="374549" y="819196"/>
              <a:ext cx="324765" cy="324765"/>
            </a:xfrm>
            <a:custGeom>
              <a:avLst/>
              <a:gdLst/>
              <a:ahLst/>
              <a:cxnLst/>
              <a:rect l="l" t="t" r="r" b="b"/>
              <a:pathLst>
                <a:path w="5941" h="5941" fill="none" extrusionOk="0">
                  <a:moveTo>
                    <a:pt x="5941" y="2971"/>
                  </a:moveTo>
                  <a:cubicBezTo>
                    <a:pt x="5941" y="4610"/>
                    <a:pt x="4610" y="5941"/>
                    <a:pt x="2971" y="5941"/>
                  </a:cubicBezTo>
                  <a:cubicBezTo>
                    <a:pt x="1331" y="5941"/>
                    <a:pt x="1" y="4610"/>
                    <a:pt x="1" y="2971"/>
                  </a:cubicBezTo>
                  <a:cubicBezTo>
                    <a:pt x="1" y="1331"/>
                    <a:pt x="1331" y="1"/>
                    <a:pt x="2971" y="1"/>
                  </a:cubicBezTo>
                  <a:cubicBezTo>
                    <a:pt x="4610" y="1"/>
                    <a:pt x="5941" y="1331"/>
                    <a:pt x="5941" y="297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5" name="Google Shape;1455;p33"/>
            <p:cNvSpPr/>
            <p:nvPr/>
          </p:nvSpPr>
          <p:spPr>
            <a:xfrm>
              <a:off x="357713" y="997347"/>
              <a:ext cx="357454" cy="357509"/>
            </a:xfrm>
            <a:custGeom>
              <a:avLst/>
              <a:gdLst/>
              <a:ahLst/>
              <a:cxnLst/>
              <a:rect l="l" t="t" r="r" b="b"/>
              <a:pathLst>
                <a:path w="6539" h="6540" fill="none" extrusionOk="0">
                  <a:moveTo>
                    <a:pt x="3954" y="387"/>
                  </a:moveTo>
                  <a:cubicBezTo>
                    <a:pt x="5555" y="753"/>
                    <a:pt x="6538" y="2354"/>
                    <a:pt x="6152" y="3955"/>
                  </a:cubicBezTo>
                  <a:cubicBezTo>
                    <a:pt x="5767" y="5556"/>
                    <a:pt x="4166" y="6539"/>
                    <a:pt x="2584" y="6153"/>
                  </a:cubicBezTo>
                  <a:cubicBezTo>
                    <a:pt x="984" y="5787"/>
                    <a:pt x="0" y="4186"/>
                    <a:pt x="366" y="2585"/>
                  </a:cubicBezTo>
                  <a:cubicBezTo>
                    <a:pt x="752" y="985"/>
                    <a:pt x="2353" y="1"/>
                    <a:pt x="3954" y="38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6" name="Google Shape;1456;p33"/>
            <p:cNvSpPr/>
            <p:nvPr/>
          </p:nvSpPr>
          <p:spPr>
            <a:xfrm>
              <a:off x="358751" y="1200863"/>
              <a:ext cx="356416" cy="356416"/>
            </a:xfrm>
            <a:custGeom>
              <a:avLst/>
              <a:gdLst/>
              <a:ahLst/>
              <a:cxnLst/>
              <a:rect l="l" t="t" r="r" b="b"/>
              <a:pathLst>
                <a:path w="6520" h="6520" fill="none" extrusionOk="0">
                  <a:moveTo>
                    <a:pt x="5362" y="1158"/>
                  </a:moveTo>
                  <a:cubicBezTo>
                    <a:pt x="6519" y="2315"/>
                    <a:pt x="6519" y="4186"/>
                    <a:pt x="5362" y="5343"/>
                  </a:cubicBezTo>
                  <a:cubicBezTo>
                    <a:pt x="4186" y="6519"/>
                    <a:pt x="2315" y="6519"/>
                    <a:pt x="1157" y="5343"/>
                  </a:cubicBezTo>
                  <a:cubicBezTo>
                    <a:pt x="0" y="4186"/>
                    <a:pt x="0" y="2315"/>
                    <a:pt x="1157" y="1158"/>
                  </a:cubicBezTo>
                  <a:cubicBezTo>
                    <a:pt x="2315" y="0"/>
                    <a:pt x="4186" y="0"/>
                    <a:pt x="5362" y="1158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457" name="Google Shape;1457;p33"/>
          <p:cNvGrpSpPr/>
          <p:nvPr/>
        </p:nvGrpSpPr>
        <p:grpSpPr>
          <a:xfrm>
            <a:off x="5258308" y="722871"/>
            <a:ext cx="793256" cy="182899"/>
            <a:chOff x="2685575" y="2835950"/>
            <a:chExt cx="433000" cy="99825"/>
          </a:xfrm>
        </p:grpSpPr>
        <p:sp>
          <p:nvSpPr>
            <p:cNvPr id="1458" name="Google Shape;1458;p33"/>
            <p:cNvSpPr/>
            <p:nvPr/>
          </p:nvSpPr>
          <p:spPr>
            <a:xfrm>
              <a:off x="3032250" y="2835950"/>
              <a:ext cx="86325" cy="99825"/>
            </a:xfrm>
            <a:custGeom>
              <a:avLst/>
              <a:gdLst/>
              <a:ahLst/>
              <a:cxnLst/>
              <a:rect l="l" t="t" r="r" b="b"/>
              <a:pathLst>
                <a:path w="3453" h="3993" extrusionOk="0">
                  <a:moveTo>
                    <a:pt x="3453" y="0"/>
                  </a:moveTo>
                  <a:lnTo>
                    <a:pt x="0" y="2006"/>
                  </a:lnTo>
                  <a:lnTo>
                    <a:pt x="3453" y="3993"/>
                  </a:lnTo>
                  <a:lnTo>
                    <a:pt x="3453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9" name="Google Shape;1459;p33"/>
            <p:cNvSpPr/>
            <p:nvPr/>
          </p:nvSpPr>
          <p:spPr>
            <a:xfrm>
              <a:off x="2917000" y="2835950"/>
              <a:ext cx="85850" cy="99825"/>
            </a:xfrm>
            <a:custGeom>
              <a:avLst/>
              <a:gdLst/>
              <a:ahLst/>
              <a:cxnLst/>
              <a:rect l="l" t="t" r="r" b="b"/>
              <a:pathLst>
                <a:path w="3434" h="3993" extrusionOk="0">
                  <a:moveTo>
                    <a:pt x="3434" y="0"/>
                  </a:moveTo>
                  <a:lnTo>
                    <a:pt x="1" y="2006"/>
                  </a:lnTo>
                  <a:lnTo>
                    <a:pt x="3434" y="3993"/>
                  </a:lnTo>
                  <a:lnTo>
                    <a:pt x="3434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0" name="Google Shape;1460;p33"/>
            <p:cNvSpPr/>
            <p:nvPr/>
          </p:nvSpPr>
          <p:spPr>
            <a:xfrm>
              <a:off x="2801300" y="2835950"/>
              <a:ext cx="86325" cy="99825"/>
            </a:xfrm>
            <a:custGeom>
              <a:avLst/>
              <a:gdLst/>
              <a:ahLst/>
              <a:cxnLst/>
              <a:rect l="l" t="t" r="r" b="b"/>
              <a:pathLst>
                <a:path w="3453" h="3993" extrusionOk="0">
                  <a:moveTo>
                    <a:pt x="3452" y="0"/>
                  </a:moveTo>
                  <a:lnTo>
                    <a:pt x="0" y="2006"/>
                  </a:lnTo>
                  <a:lnTo>
                    <a:pt x="3452" y="3993"/>
                  </a:lnTo>
                  <a:lnTo>
                    <a:pt x="3452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1" name="Google Shape;1461;p33"/>
            <p:cNvSpPr/>
            <p:nvPr/>
          </p:nvSpPr>
          <p:spPr>
            <a:xfrm>
              <a:off x="2685575" y="2835950"/>
              <a:ext cx="86325" cy="99825"/>
            </a:xfrm>
            <a:custGeom>
              <a:avLst/>
              <a:gdLst/>
              <a:ahLst/>
              <a:cxnLst/>
              <a:rect l="l" t="t" r="r" b="b"/>
              <a:pathLst>
                <a:path w="3453" h="3993" extrusionOk="0">
                  <a:moveTo>
                    <a:pt x="3453" y="0"/>
                  </a:moveTo>
                  <a:lnTo>
                    <a:pt x="0" y="2006"/>
                  </a:lnTo>
                  <a:lnTo>
                    <a:pt x="3453" y="3993"/>
                  </a:lnTo>
                  <a:lnTo>
                    <a:pt x="3453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462" name="Google Shape;1462;p33"/>
          <p:cNvGrpSpPr/>
          <p:nvPr/>
        </p:nvGrpSpPr>
        <p:grpSpPr>
          <a:xfrm>
            <a:off x="1587414" y="-1495728"/>
            <a:ext cx="2019176" cy="2019176"/>
            <a:chOff x="1943325" y="-220375"/>
            <a:chExt cx="1298672" cy="1298672"/>
          </a:xfrm>
        </p:grpSpPr>
        <p:sp>
          <p:nvSpPr>
            <p:cNvPr id="1463" name="Google Shape;1463;p33"/>
            <p:cNvSpPr/>
            <p:nvPr/>
          </p:nvSpPr>
          <p:spPr>
            <a:xfrm>
              <a:off x="2582255" y="-220375"/>
              <a:ext cx="49" cy="460871"/>
            </a:xfrm>
            <a:custGeom>
              <a:avLst/>
              <a:gdLst/>
              <a:ahLst/>
              <a:cxnLst/>
              <a:rect l="l" t="t" r="r" b="b"/>
              <a:pathLst>
                <a:path w="1" h="9432" fill="none" extrusionOk="0">
                  <a:moveTo>
                    <a:pt x="0" y="0"/>
                  </a:moveTo>
                  <a:lnTo>
                    <a:pt x="0" y="9431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4" name="Google Shape;1464;p33"/>
            <p:cNvSpPr/>
            <p:nvPr/>
          </p:nvSpPr>
          <p:spPr>
            <a:xfrm>
              <a:off x="2414509" y="-195895"/>
              <a:ext cx="118785" cy="444844"/>
            </a:xfrm>
            <a:custGeom>
              <a:avLst/>
              <a:gdLst/>
              <a:ahLst/>
              <a:cxnLst/>
              <a:rect l="l" t="t" r="r" b="b"/>
              <a:pathLst>
                <a:path w="2431" h="9104" fill="none" extrusionOk="0">
                  <a:moveTo>
                    <a:pt x="0" y="1"/>
                  </a:moveTo>
                  <a:lnTo>
                    <a:pt x="2431" y="9104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5" name="Google Shape;1465;p33"/>
            <p:cNvSpPr/>
            <p:nvPr/>
          </p:nvSpPr>
          <p:spPr>
            <a:xfrm>
              <a:off x="2259027" y="-128024"/>
              <a:ext cx="229996" cy="398669"/>
            </a:xfrm>
            <a:custGeom>
              <a:avLst/>
              <a:gdLst/>
              <a:ahLst/>
              <a:cxnLst/>
              <a:rect l="l" t="t" r="r" b="b"/>
              <a:pathLst>
                <a:path w="4707" h="8159" fill="none" extrusionOk="0">
                  <a:moveTo>
                    <a:pt x="0" y="0"/>
                  </a:moveTo>
                  <a:lnTo>
                    <a:pt x="4706" y="8158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6" name="Google Shape;1466;p33"/>
            <p:cNvSpPr/>
            <p:nvPr/>
          </p:nvSpPr>
          <p:spPr>
            <a:xfrm>
              <a:off x="2126121" y="-22481"/>
              <a:ext cx="325180" cy="325180"/>
            </a:xfrm>
            <a:custGeom>
              <a:avLst/>
              <a:gdLst/>
              <a:ahLst/>
              <a:cxnLst/>
              <a:rect l="l" t="t" r="r" b="b"/>
              <a:pathLst>
                <a:path w="6655" h="6655" fill="none" extrusionOk="0">
                  <a:moveTo>
                    <a:pt x="1" y="0"/>
                  </a:moveTo>
                  <a:lnTo>
                    <a:pt x="6655" y="6654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7" name="Google Shape;1467;p33"/>
            <p:cNvSpPr/>
            <p:nvPr/>
          </p:nvSpPr>
          <p:spPr>
            <a:xfrm>
              <a:off x="2025317" y="113211"/>
              <a:ext cx="398669" cy="230924"/>
            </a:xfrm>
            <a:custGeom>
              <a:avLst/>
              <a:gdLst/>
              <a:ahLst/>
              <a:cxnLst/>
              <a:rect l="l" t="t" r="r" b="b"/>
              <a:pathLst>
                <a:path w="8159" h="4726" fill="none" extrusionOk="0">
                  <a:moveTo>
                    <a:pt x="0" y="1"/>
                  </a:moveTo>
                  <a:lnTo>
                    <a:pt x="8158" y="4726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8" name="Google Shape;1468;p33"/>
            <p:cNvSpPr/>
            <p:nvPr/>
          </p:nvSpPr>
          <p:spPr>
            <a:xfrm>
              <a:off x="1963114" y="270598"/>
              <a:ext cx="444844" cy="119713"/>
            </a:xfrm>
            <a:custGeom>
              <a:avLst/>
              <a:gdLst/>
              <a:ahLst/>
              <a:cxnLst/>
              <a:rect l="l" t="t" r="r" b="b"/>
              <a:pathLst>
                <a:path w="9104" h="2450" fill="none" extrusionOk="0">
                  <a:moveTo>
                    <a:pt x="0" y="0"/>
                  </a:moveTo>
                  <a:lnTo>
                    <a:pt x="9103" y="24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9" name="Google Shape;1469;p33"/>
            <p:cNvSpPr/>
            <p:nvPr/>
          </p:nvSpPr>
          <p:spPr>
            <a:xfrm>
              <a:off x="1943325" y="439273"/>
              <a:ext cx="460871" cy="49"/>
            </a:xfrm>
            <a:custGeom>
              <a:avLst/>
              <a:gdLst/>
              <a:ahLst/>
              <a:cxnLst/>
              <a:rect l="l" t="t" r="r" b="b"/>
              <a:pathLst>
                <a:path w="9432" h="1" fill="none" extrusionOk="0">
                  <a:moveTo>
                    <a:pt x="0" y="1"/>
                  </a:moveTo>
                  <a:lnTo>
                    <a:pt x="9431" y="1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0" name="Google Shape;1470;p33"/>
            <p:cNvSpPr/>
            <p:nvPr/>
          </p:nvSpPr>
          <p:spPr>
            <a:xfrm>
              <a:off x="1967805" y="487354"/>
              <a:ext cx="445821" cy="119713"/>
            </a:xfrm>
            <a:custGeom>
              <a:avLst/>
              <a:gdLst/>
              <a:ahLst/>
              <a:cxnLst/>
              <a:rect l="l" t="t" r="r" b="b"/>
              <a:pathLst>
                <a:path w="9124" h="2450" fill="none" extrusionOk="0">
                  <a:moveTo>
                    <a:pt x="1" y="2450"/>
                  </a:moveTo>
                  <a:lnTo>
                    <a:pt x="9123" y="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1" name="Google Shape;1471;p33"/>
            <p:cNvSpPr/>
            <p:nvPr/>
          </p:nvSpPr>
          <p:spPr>
            <a:xfrm>
              <a:off x="2035676" y="532600"/>
              <a:ext cx="398669" cy="229996"/>
            </a:xfrm>
            <a:custGeom>
              <a:avLst/>
              <a:gdLst/>
              <a:ahLst/>
              <a:cxnLst/>
              <a:rect l="l" t="t" r="r" b="b"/>
              <a:pathLst>
                <a:path w="8159" h="4707" fill="none" extrusionOk="0">
                  <a:moveTo>
                    <a:pt x="0" y="4706"/>
                  </a:moveTo>
                  <a:lnTo>
                    <a:pt x="8158" y="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2" name="Google Shape;1472;p33"/>
            <p:cNvSpPr/>
            <p:nvPr/>
          </p:nvSpPr>
          <p:spPr>
            <a:xfrm>
              <a:off x="2141219" y="569345"/>
              <a:ext cx="326108" cy="326108"/>
            </a:xfrm>
            <a:custGeom>
              <a:avLst/>
              <a:gdLst/>
              <a:ahLst/>
              <a:cxnLst/>
              <a:rect l="l" t="t" r="r" b="b"/>
              <a:pathLst>
                <a:path w="6674" h="6674" fill="none" extrusionOk="0">
                  <a:moveTo>
                    <a:pt x="0" y="6674"/>
                  </a:moveTo>
                  <a:lnTo>
                    <a:pt x="6673" y="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3" name="Google Shape;1473;p33"/>
            <p:cNvSpPr/>
            <p:nvPr/>
          </p:nvSpPr>
          <p:spPr>
            <a:xfrm>
              <a:off x="2277840" y="597588"/>
              <a:ext cx="229996" cy="398718"/>
            </a:xfrm>
            <a:custGeom>
              <a:avLst/>
              <a:gdLst/>
              <a:ahLst/>
              <a:cxnLst/>
              <a:rect l="l" t="t" r="r" b="b"/>
              <a:pathLst>
                <a:path w="4707" h="8160" fill="none" extrusionOk="0">
                  <a:moveTo>
                    <a:pt x="1" y="8159"/>
                  </a:moveTo>
                  <a:lnTo>
                    <a:pt x="4707" y="1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4" name="Google Shape;1474;p33"/>
            <p:cNvSpPr/>
            <p:nvPr/>
          </p:nvSpPr>
          <p:spPr>
            <a:xfrm>
              <a:off x="2435227" y="613615"/>
              <a:ext cx="118785" cy="444893"/>
            </a:xfrm>
            <a:custGeom>
              <a:avLst/>
              <a:gdLst/>
              <a:ahLst/>
              <a:cxnLst/>
              <a:rect l="l" t="t" r="r" b="b"/>
              <a:pathLst>
                <a:path w="2431" h="9105" fill="none" extrusionOk="0">
                  <a:moveTo>
                    <a:pt x="1" y="9104"/>
                  </a:moveTo>
                  <a:lnTo>
                    <a:pt x="2431" y="1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5" name="Google Shape;1475;p33"/>
            <p:cNvSpPr/>
            <p:nvPr/>
          </p:nvSpPr>
          <p:spPr>
            <a:xfrm>
              <a:off x="2602973" y="617377"/>
              <a:ext cx="49" cy="460920"/>
            </a:xfrm>
            <a:custGeom>
              <a:avLst/>
              <a:gdLst/>
              <a:ahLst/>
              <a:cxnLst/>
              <a:rect l="l" t="t" r="r" b="b"/>
              <a:pathLst>
                <a:path w="1" h="9433" fill="none" extrusionOk="0">
                  <a:moveTo>
                    <a:pt x="1" y="9432"/>
                  </a:moveTo>
                  <a:lnTo>
                    <a:pt x="1" y="1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6" name="Google Shape;1476;p33"/>
            <p:cNvSpPr/>
            <p:nvPr/>
          </p:nvSpPr>
          <p:spPr>
            <a:xfrm>
              <a:off x="2651982" y="607996"/>
              <a:ext cx="118785" cy="444844"/>
            </a:xfrm>
            <a:custGeom>
              <a:avLst/>
              <a:gdLst/>
              <a:ahLst/>
              <a:cxnLst/>
              <a:rect l="l" t="t" r="r" b="b"/>
              <a:pathLst>
                <a:path w="2431" h="9104" fill="none" extrusionOk="0">
                  <a:moveTo>
                    <a:pt x="2431" y="9103"/>
                  </a:moveTo>
                  <a:lnTo>
                    <a:pt x="1" y="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7" name="Google Shape;1477;p33"/>
            <p:cNvSpPr/>
            <p:nvPr/>
          </p:nvSpPr>
          <p:spPr>
            <a:xfrm>
              <a:off x="2696300" y="586301"/>
              <a:ext cx="229996" cy="398669"/>
            </a:xfrm>
            <a:custGeom>
              <a:avLst/>
              <a:gdLst/>
              <a:ahLst/>
              <a:cxnLst/>
              <a:rect l="l" t="t" r="r" b="b"/>
              <a:pathLst>
                <a:path w="4707" h="8159" fill="none" extrusionOk="0">
                  <a:moveTo>
                    <a:pt x="4706" y="8159"/>
                  </a:moveTo>
                  <a:lnTo>
                    <a:pt x="0" y="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8" name="Google Shape;1478;p33"/>
            <p:cNvSpPr/>
            <p:nvPr/>
          </p:nvSpPr>
          <p:spPr>
            <a:xfrm>
              <a:off x="2733974" y="554247"/>
              <a:ext cx="325180" cy="326108"/>
            </a:xfrm>
            <a:custGeom>
              <a:avLst/>
              <a:gdLst/>
              <a:ahLst/>
              <a:cxnLst/>
              <a:rect l="l" t="t" r="r" b="b"/>
              <a:pathLst>
                <a:path w="6655" h="6674" fill="none" extrusionOk="0">
                  <a:moveTo>
                    <a:pt x="6655" y="6674"/>
                  </a:moveTo>
                  <a:lnTo>
                    <a:pt x="1" y="1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9" name="Google Shape;1479;p33"/>
            <p:cNvSpPr/>
            <p:nvPr/>
          </p:nvSpPr>
          <p:spPr>
            <a:xfrm>
              <a:off x="2761288" y="513739"/>
              <a:ext cx="398718" cy="229996"/>
            </a:xfrm>
            <a:custGeom>
              <a:avLst/>
              <a:gdLst/>
              <a:ahLst/>
              <a:cxnLst/>
              <a:rect l="l" t="t" r="r" b="b"/>
              <a:pathLst>
                <a:path w="8160" h="4707" fill="none" extrusionOk="0">
                  <a:moveTo>
                    <a:pt x="8159" y="4706"/>
                  </a:moveTo>
                  <a:lnTo>
                    <a:pt x="1" y="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0" name="Google Shape;1480;p33"/>
            <p:cNvSpPr/>
            <p:nvPr/>
          </p:nvSpPr>
          <p:spPr>
            <a:xfrm>
              <a:off x="2777315" y="466636"/>
              <a:ext cx="444893" cy="119713"/>
            </a:xfrm>
            <a:custGeom>
              <a:avLst/>
              <a:gdLst/>
              <a:ahLst/>
              <a:cxnLst/>
              <a:rect l="l" t="t" r="r" b="b"/>
              <a:pathLst>
                <a:path w="9105" h="2450" fill="none" extrusionOk="0">
                  <a:moveTo>
                    <a:pt x="9104" y="2449"/>
                  </a:moveTo>
                  <a:lnTo>
                    <a:pt x="1" y="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1" name="Google Shape;1481;p33"/>
            <p:cNvSpPr/>
            <p:nvPr/>
          </p:nvSpPr>
          <p:spPr>
            <a:xfrm>
              <a:off x="2781077" y="417626"/>
              <a:ext cx="460920" cy="49"/>
            </a:xfrm>
            <a:custGeom>
              <a:avLst/>
              <a:gdLst/>
              <a:ahLst/>
              <a:cxnLst/>
              <a:rect l="l" t="t" r="r" b="b"/>
              <a:pathLst>
                <a:path w="9433" h="1" fill="none" extrusionOk="0">
                  <a:moveTo>
                    <a:pt x="9432" y="0"/>
                  </a:moveTo>
                  <a:lnTo>
                    <a:pt x="1" y="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2" name="Google Shape;1482;p33"/>
            <p:cNvSpPr/>
            <p:nvPr/>
          </p:nvSpPr>
          <p:spPr>
            <a:xfrm>
              <a:off x="2771696" y="249880"/>
              <a:ext cx="444844" cy="119713"/>
            </a:xfrm>
            <a:custGeom>
              <a:avLst/>
              <a:gdLst/>
              <a:ahLst/>
              <a:cxnLst/>
              <a:rect l="l" t="t" r="r" b="b"/>
              <a:pathLst>
                <a:path w="9104" h="2450" fill="none" extrusionOk="0">
                  <a:moveTo>
                    <a:pt x="9103" y="0"/>
                  </a:moveTo>
                  <a:lnTo>
                    <a:pt x="0" y="24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3" name="Google Shape;1483;p33"/>
            <p:cNvSpPr/>
            <p:nvPr/>
          </p:nvSpPr>
          <p:spPr>
            <a:xfrm>
              <a:off x="2750929" y="94350"/>
              <a:ext cx="398718" cy="230973"/>
            </a:xfrm>
            <a:custGeom>
              <a:avLst/>
              <a:gdLst/>
              <a:ahLst/>
              <a:cxnLst/>
              <a:rect l="l" t="t" r="r" b="b"/>
              <a:pathLst>
                <a:path w="8160" h="4727" fill="none" extrusionOk="0">
                  <a:moveTo>
                    <a:pt x="8159" y="1"/>
                  </a:moveTo>
                  <a:lnTo>
                    <a:pt x="1" y="4726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4" name="Google Shape;1484;p33"/>
            <p:cNvSpPr/>
            <p:nvPr/>
          </p:nvSpPr>
          <p:spPr>
            <a:xfrm>
              <a:off x="2717947" y="-38508"/>
              <a:ext cx="326108" cy="326108"/>
            </a:xfrm>
            <a:custGeom>
              <a:avLst/>
              <a:gdLst/>
              <a:ahLst/>
              <a:cxnLst/>
              <a:rect l="l" t="t" r="r" b="b"/>
              <a:pathLst>
                <a:path w="6674" h="6674" fill="none" extrusionOk="0">
                  <a:moveTo>
                    <a:pt x="6674" y="0"/>
                  </a:moveTo>
                  <a:lnTo>
                    <a:pt x="1" y="6674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5" name="Google Shape;1485;p33"/>
            <p:cNvSpPr/>
            <p:nvPr/>
          </p:nvSpPr>
          <p:spPr>
            <a:xfrm>
              <a:off x="2677439" y="-139361"/>
              <a:ext cx="229996" cy="399646"/>
            </a:xfrm>
            <a:custGeom>
              <a:avLst/>
              <a:gdLst/>
              <a:ahLst/>
              <a:cxnLst/>
              <a:rect l="l" t="t" r="r" b="b"/>
              <a:pathLst>
                <a:path w="4707" h="8179" fill="none" extrusionOk="0">
                  <a:moveTo>
                    <a:pt x="4706" y="1"/>
                  </a:moveTo>
                  <a:lnTo>
                    <a:pt x="0" y="8178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6" name="Google Shape;1486;p33"/>
            <p:cNvSpPr/>
            <p:nvPr/>
          </p:nvSpPr>
          <p:spPr>
            <a:xfrm>
              <a:off x="2631264" y="-201563"/>
              <a:ext cx="118785" cy="444893"/>
            </a:xfrm>
            <a:custGeom>
              <a:avLst/>
              <a:gdLst/>
              <a:ahLst/>
              <a:cxnLst/>
              <a:rect l="l" t="t" r="r" b="b"/>
              <a:pathLst>
                <a:path w="2431" h="9105" fill="none" extrusionOk="0">
                  <a:moveTo>
                    <a:pt x="2430" y="1"/>
                  </a:moveTo>
                  <a:lnTo>
                    <a:pt x="0" y="9104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7" name="Google Shape;1487;p33"/>
            <p:cNvSpPr/>
            <p:nvPr/>
          </p:nvSpPr>
          <p:spPr>
            <a:xfrm>
              <a:off x="2607712" y="-215684"/>
              <a:ext cx="62251" cy="456180"/>
            </a:xfrm>
            <a:custGeom>
              <a:avLst/>
              <a:gdLst/>
              <a:ahLst/>
              <a:cxnLst/>
              <a:rect l="l" t="t" r="r" b="b"/>
              <a:pathLst>
                <a:path w="1274" h="9336" fill="none" extrusionOk="0">
                  <a:moveTo>
                    <a:pt x="1273" y="0"/>
                  </a:moveTo>
                  <a:lnTo>
                    <a:pt x="0" y="9335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8" name="Google Shape;1488;p33"/>
            <p:cNvSpPr/>
            <p:nvPr/>
          </p:nvSpPr>
          <p:spPr>
            <a:xfrm>
              <a:off x="2500263" y="-213779"/>
              <a:ext cx="57511" cy="457109"/>
            </a:xfrm>
            <a:custGeom>
              <a:avLst/>
              <a:gdLst/>
              <a:ahLst/>
              <a:cxnLst/>
              <a:rect l="l" t="t" r="r" b="b"/>
              <a:pathLst>
                <a:path w="1177" h="9355" fill="none" extrusionOk="0">
                  <a:moveTo>
                    <a:pt x="1" y="0"/>
                  </a:moveTo>
                  <a:lnTo>
                    <a:pt x="1177" y="9354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9" name="Google Shape;1489;p33"/>
            <p:cNvSpPr/>
            <p:nvPr/>
          </p:nvSpPr>
          <p:spPr>
            <a:xfrm>
              <a:off x="2337208" y="-168580"/>
              <a:ext cx="174390" cy="426961"/>
            </a:xfrm>
            <a:custGeom>
              <a:avLst/>
              <a:gdLst/>
              <a:ahLst/>
              <a:cxnLst/>
              <a:rect l="l" t="t" r="r" b="b"/>
              <a:pathLst>
                <a:path w="3569" h="8738" fill="none" extrusionOk="0">
                  <a:moveTo>
                    <a:pt x="1" y="1"/>
                  </a:moveTo>
                  <a:lnTo>
                    <a:pt x="3569" y="8738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0" name="Google Shape;1490;p33"/>
            <p:cNvSpPr/>
            <p:nvPr/>
          </p:nvSpPr>
          <p:spPr>
            <a:xfrm>
              <a:off x="2191157" y="-81849"/>
              <a:ext cx="279005" cy="366615"/>
            </a:xfrm>
            <a:custGeom>
              <a:avLst/>
              <a:gdLst/>
              <a:ahLst/>
              <a:cxnLst/>
              <a:rect l="l" t="t" r="r" b="b"/>
              <a:pathLst>
                <a:path w="5710" h="7503" fill="none" extrusionOk="0">
                  <a:moveTo>
                    <a:pt x="0" y="0"/>
                  </a:moveTo>
                  <a:lnTo>
                    <a:pt x="5709" y="7503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1" name="Google Shape;1491;p33"/>
            <p:cNvSpPr/>
            <p:nvPr/>
          </p:nvSpPr>
          <p:spPr>
            <a:xfrm>
              <a:off x="2072420" y="39722"/>
              <a:ext cx="364759" cy="281790"/>
            </a:xfrm>
            <a:custGeom>
              <a:avLst/>
              <a:gdLst/>
              <a:ahLst/>
              <a:cxnLst/>
              <a:rect l="l" t="t" r="r" b="b"/>
              <a:pathLst>
                <a:path w="7465" h="5767" fill="none" extrusionOk="0">
                  <a:moveTo>
                    <a:pt x="0" y="0"/>
                  </a:moveTo>
                  <a:lnTo>
                    <a:pt x="7464" y="5767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2" name="Google Shape;1492;p33"/>
            <p:cNvSpPr/>
            <p:nvPr/>
          </p:nvSpPr>
          <p:spPr>
            <a:xfrm>
              <a:off x="1989500" y="187678"/>
              <a:ext cx="425055" cy="178153"/>
            </a:xfrm>
            <a:custGeom>
              <a:avLst/>
              <a:gdLst/>
              <a:ahLst/>
              <a:cxnLst/>
              <a:rect l="l" t="t" r="r" b="b"/>
              <a:pathLst>
                <a:path w="8699" h="3646" fill="none" extrusionOk="0">
                  <a:moveTo>
                    <a:pt x="0" y="0"/>
                  </a:moveTo>
                  <a:lnTo>
                    <a:pt x="8698" y="3645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3" name="Google Shape;1493;p33"/>
            <p:cNvSpPr/>
            <p:nvPr/>
          </p:nvSpPr>
          <p:spPr>
            <a:xfrm>
              <a:off x="1948016" y="351662"/>
              <a:ext cx="456180" cy="62251"/>
            </a:xfrm>
            <a:custGeom>
              <a:avLst/>
              <a:gdLst/>
              <a:ahLst/>
              <a:cxnLst/>
              <a:rect l="l" t="t" r="r" b="b"/>
              <a:pathLst>
                <a:path w="9336" h="1274" fill="none" extrusionOk="0">
                  <a:moveTo>
                    <a:pt x="1" y="0"/>
                  </a:moveTo>
                  <a:lnTo>
                    <a:pt x="9335" y="1273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4" name="Google Shape;1494;p33"/>
            <p:cNvSpPr/>
            <p:nvPr/>
          </p:nvSpPr>
          <p:spPr>
            <a:xfrm>
              <a:off x="1949921" y="462824"/>
              <a:ext cx="457109" cy="58488"/>
            </a:xfrm>
            <a:custGeom>
              <a:avLst/>
              <a:gdLst/>
              <a:ahLst/>
              <a:cxnLst/>
              <a:rect l="l" t="t" r="r" b="b"/>
              <a:pathLst>
                <a:path w="9355" h="1197" fill="none" extrusionOk="0">
                  <a:moveTo>
                    <a:pt x="0" y="1197"/>
                  </a:moveTo>
                  <a:lnTo>
                    <a:pt x="9354" y="1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5" name="Google Shape;1495;p33"/>
            <p:cNvSpPr/>
            <p:nvPr/>
          </p:nvSpPr>
          <p:spPr>
            <a:xfrm>
              <a:off x="1996097" y="509977"/>
              <a:ext cx="425983" cy="174390"/>
            </a:xfrm>
            <a:custGeom>
              <a:avLst/>
              <a:gdLst/>
              <a:ahLst/>
              <a:cxnLst/>
              <a:rect l="l" t="t" r="r" b="b"/>
              <a:pathLst>
                <a:path w="8718" h="3569" fill="none" extrusionOk="0">
                  <a:moveTo>
                    <a:pt x="0" y="3568"/>
                  </a:moveTo>
                  <a:lnTo>
                    <a:pt x="8718" y="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6" name="Google Shape;1496;p33"/>
            <p:cNvSpPr/>
            <p:nvPr/>
          </p:nvSpPr>
          <p:spPr>
            <a:xfrm>
              <a:off x="2081851" y="551413"/>
              <a:ext cx="367593" cy="279005"/>
            </a:xfrm>
            <a:custGeom>
              <a:avLst/>
              <a:gdLst/>
              <a:ahLst/>
              <a:cxnLst/>
              <a:rect l="l" t="t" r="r" b="b"/>
              <a:pathLst>
                <a:path w="7523" h="5710" fill="none" extrusionOk="0">
                  <a:moveTo>
                    <a:pt x="0" y="5710"/>
                  </a:moveTo>
                  <a:lnTo>
                    <a:pt x="7522" y="1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7" name="Google Shape;1497;p33"/>
            <p:cNvSpPr/>
            <p:nvPr/>
          </p:nvSpPr>
          <p:spPr>
            <a:xfrm>
              <a:off x="2203422" y="584395"/>
              <a:ext cx="281790" cy="363830"/>
            </a:xfrm>
            <a:custGeom>
              <a:avLst/>
              <a:gdLst/>
              <a:ahLst/>
              <a:cxnLst/>
              <a:rect l="l" t="t" r="r" b="b"/>
              <a:pathLst>
                <a:path w="5767" h="7446" fill="none" extrusionOk="0">
                  <a:moveTo>
                    <a:pt x="0" y="7446"/>
                  </a:moveTo>
                  <a:lnTo>
                    <a:pt x="5767" y="1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8" name="Google Shape;1498;p33"/>
            <p:cNvSpPr/>
            <p:nvPr/>
          </p:nvSpPr>
          <p:spPr>
            <a:xfrm>
              <a:off x="2351378" y="607018"/>
              <a:ext cx="178153" cy="424126"/>
            </a:xfrm>
            <a:custGeom>
              <a:avLst/>
              <a:gdLst/>
              <a:ahLst/>
              <a:cxnLst/>
              <a:rect l="l" t="t" r="r" b="b"/>
              <a:pathLst>
                <a:path w="3646" h="8680" fill="none" extrusionOk="0">
                  <a:moveTo>
                    <a:pt x="0" y="8680"/>
                  </a:moveTo>
                  <a:lnTo>
                    <a:pt x="3645" y="1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9" name="Google Shape;1499;p33"/>
            <p:cNvSpPr/>
            <p:nvPr/>
          </p:nvSpPr>
          <p:spPr>
            <a:xfrm>
              <a:off x="2515362" y="616449"/>
              <a:ext cx="62251" cy="457109"/>
            </a:xfrm>
            <a:custGeom>
              <a:avLst/>
              <a:gdLst/>
              <a:ahLst/>
              <a:cxnLst/>
              <a:rect l="l" t="t" r="r" b="b"/>
              <a:pathLst>
                <a:path w="1274" h="9355" fill="none" extrusionOk="0">
                  <a:moveTo>
                    <a:pt x="0" y="9355"/>
                  </a:moveTo>
                  <a:lnTo>
                    <a:pt x="1273" y="1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0" name="Google Shape;1500;p33"/>
            <p:cNvSpPr/>
            <p:nvPr/>
          </p:nvSpPr>
          <p:spPr>
            <a:xfrm>
              <a:off x="2626524" y="614592"/>
              <a:ext cx="58488" cy="457109"/>
            </a:xfrm>
            <a:custGeom>
              <a:avLst/>
              <a:gdLst/>
              <a:ahLst/>
              <a:cxnLst/>
              <a:rect l="l" t="t" r="r" b="b"/>
              <a:pathLst>
                <a:path w="1197" h="9355" fill="none" extrusionOk="0">
                  <a:moveTo>
                    <a:pt x="1197" y="9354"/>
                  </a:moveTo>
                  <a:lnTo>
                    <a:pt x="1" y="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1" name="Google Shape;1501;p33"/>
            <p:cNvSpPr/>
            <p:nvPr/>
          </p:nvSpPr>
          <p:spPr>
            <a:xfrm>
              <a:off x="2673677" y="598565"/>
              <a:ext cx="174390" cy="426961"/>
            </a:xfrm>
            <a:custGeom>
              <a:avLst/>
              <a:gdLst/>
              <a:ahLst/>
              <a:cxnLst/>
              <a:rect l="l" t="t" r="r" b="b"/>
              <a:pathLst>
                <a:path w="3569" h="8738" fill="none" extrusionOk="0">
                  <a:moveTo>
                    <a:pt x="3568" y="8737"/>
                  </a:moveTo>
                  <a:lnTo>
                    <a:pt x="0" y="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2" name="Google Shape;1502;p33"/>
            <p:cNvSpPr/>
            <p:nvPr/>
          </p:nvSpPr>
          <p:spPr>
            <a:xfrm>
              <a:off x="2715113" y="572179"/>
              <a:ext cx="279005" cy="366615"/>
            </a:xfrm>
            <a:custGeom>
              <a:avLst/>
              <a:gdLst/>
              <a:ahLst/>
              <a:cxnLst/>
              <a:rect l="l" t="t" r="r" b="b"/>
              <a:pathLst>
                <a:path w="5710" h="7503" fill="none" extrusionOk="0">
                  <a:moveTo>
                    <a:pt x="5710" y="7503"/>
                  </a:moveTo>
                  <a:lnTo>
                    <a:pt x="1" y="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3" name="Google Shape;1503;p33"/>
            <p:cNvSpPr/>
            <p:nvPr/>
          </p:nvSpPr>
          <p:spPr>
            <a:xfrm>
              <a:off x="2748095" y="535386"/>
              <a:ext cx="364759" cy="281839"/>
            </a:xfrm>
            <a:custGeom>
              <a:avLst/>
              <a:gdLst/>
              <a:ahLst/>
              <a:cxnLst/>
              <a:rect l="l" t="t" r="r" b="b"/>
              <a:pathLst>
                <a:path w="7465" h="5768" fill="none" extrusionOk="0">
                  <a:moveTo>
                    <a:pt x="7465" y="5768"/>
                  </a:moveTo>
                  <a:lnTo>
                    <a:pt x="1" y="1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4" name="Google Shape;1504;p33"/>
            <p:cNvSpPr/>
            <p:nvPr/>
          </p:nvSpPr>
          <p:spPr>
            <a:xfrm>
              <a:off x="2770718" y="491116"/>
              <a:ext cx="424126" cy="179081"/>
            </a:xfrm>
            <a:custGeom>
              <a:avLst/>
              <a:gdLst/>
              <a:ahLst/>
              <a:cxnLst/>
              <a:rect l="l" t="t" r="r" b="b"/>
              <a:pathLst>
                <a:path w="8680" h="3665" fill="none" extrusionOk="0">
                  <a:moveTo>
                    <a:pt x="8680" y="3665"/>
                  </a:moveTo>
                  <a:lnTo>
                    <a:pt x="1" y="1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5" name="Google Shape;1505;p33"/>
            <p:cNvSpPr/>
            <p:nvPr/>
          </p:nvSpPr>
          <p:spPr>
            <a:xfrm>
              <a:off x="2781077" y="443035"/>
              <a:ext cx="456180" cy="62251"/>
            </a:xfrm>
            <a:custGeom>
              <a:avLst/>
              <a:gdLst/>
              <a:ahLst/>
              <a:cxnLst/>
              <a:rect l="l" t="t" r="r" b="b"/>
              <a:pathLst>
                <a:path w="9336" h="1274" fill="none" extrusionOk="0">
                  <a:moveTo>
                    <a:pt x="9336" y="1274"/>
                  </a:moveTo>
                  <a:lnTo>
                    <a:pt x="1" y="1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6" name="Google Shape;1506;p33"/>
            <p:cNvSpPr/>
            <p:nvPr/>
          </p:nvSpPr>
          <p:spPr>
            <a:xfrm>
              <a:off x="2778292" y="335635"/>
              <a:ext cx="457109" cy="58440"/>
            </a:xfrm>
            <a:custGeom>
              <a:avLst/>
              <a:gdLst/>
              <a:ahLst/>
              <a:cxnLst/>
              <a:rect l="l" t="t" r="r" b="b"/>
              <a:pathLst>
                <a:path w="9355" h="1196" fill="none" extrusionOk="0">
                  <a:moveTo>
                    <a:pt x="9354" y="0"/>
                  </a:moveTo>
                  <a:lnTo>
                    <a:pt x="0" y="1196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7" name="Google Shape;1507;p33"/>
            <p:cNvSpPr/>
            <p:nvPr/>
          </p:nvSpPr>
          <p:spPr>
            <a:xfrm>
              <a:off x="2763194" y="172579"/>
              <a:ext cx="426032" cy="174390"/>
            </a:xfrm>
            <a:custGeom>
              <a:avLst/>
              <a:gdLst/>
              <a:ahLst/>
              <a:cxnLst/>
              <a:rect l="l" t="t" r="r" b="b"/>
              <a:pathLst>
                <a:path w="8719" h="3569" fill="none" extrusionOk="0">
                  <a:moveTo>
                    <a:pt x="8718" y="1"/>
                  </a:moveTo>
                  <a:lnTo>
                    <a:pt x="1" y="3569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8" name="Google Shape;1508;p33"/>
            <p:cNvSpPr/>
            <p:nvPr/>
          </p:nvSpPr>
          <p:spPr>
            <a:xfrm>
              <a:off x="2735879" y="27457"/>
              <a:ext cx="366615" cy="278076"/>
            </a:xfrm>
            <a:custGeom>
              <a:avLst/>
              <a:gdLst/>
              <a:ahLst/>
              <a:cxnLst/>
              <a:rect l="l" t="t" r="r" b="b"/>
              <a:pathLst>
                <a:path w="7503" h="5691" fill="none" extrusionOk="0">
                  <a:moveTo>
                    <a:pt x="7503" y="0"/>
                  </a:moveTo>
                  <a:lnTo>
                    <a:pt x="0" y="569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9" name="Google Shape;1509;p33"/>
            <p:cNvSpPr/>
            <p:nvPr/>
          </p:nvSpPr>
          <p:spPr>
            <a:xfrm>
              <a:off x="2699135" y="-91280"/>
              <a:ext cx="282767" cy="364759"/>
            </a:xfrm>
            <a:custGeom>
              <a:avLst/>
              <a:gdLst/>
              <a:ahLst/>
              <a:cxnLst/>
              <a:rect l="l" t="t" r="r" b="b"/>
              <a:pathLst>
                <a:path w="5787" h="7465" fill="none" extrusionOk="0">
                  <a:moveTo>
                    <a:pt x="5786" y="0"/>
                  </a:moveTo>
                  <a:lnTo>
                    <a:pt x="0" y="7464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0" name="Google Shape;1510;p33"/>
            <p:cNvSpPr/>
            <p:nvPr/>
          </p:nvSpPr>
          <p:spPr>
            <a:xfrm>
              <a:off x="2655744" y="-174200"/>
              <a:ext cx="178153" cy="425055"/>
            </a:xfrm>
            <a:custGeom>
              <a:avLst/>
              <a:gdLst/>
              <a:ahLst/>
              <a:cxnLst/>
              <a:rect l="l" t="t" r="r" b="b"/>
              <a:pathLst>
                <a:path w="3646" h="8699" fill="none" extrusionOk="0">
                  <a:moveTo>
                    <a:pt x="3646" y="0"/>
                  </a:moveTo>
                  <a:lnTo>
                    <a:pt x="1" y="8698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511" name="Google Shape;1511;p33"/>
          <p:cNvGrpSpPr/>
          <p:nvPr/>
        </p:nvGrpSpPr>
        <p:grpSpPr>
          <a:xfrm>
            <a:off x="8366565" y="3429220"/>
            <a:ext cx="1965289" cy="517060"/>
            <a:chOff x="3539975" y="3523525"/>
            <a:chExt cx="745925" cy="196250"/>
          </a:xfrm>
        </p:grpSpPr>
        <p:sp>
          <p:nvSpPr>
            <p:cNvPr id="1512" name="Google Shape;1512;p33"/>
            <p:cNvSpPr/>
            <p:nvPr/>
          </p:nvSpPr>
          <p:spPr>
            <a:xfrm>
              <a:off x="3539975" y="3523525"/>
              <a:ext cx="196250" cy="196250"/>
            </a:xfrm>
            <a:custGeom>
              <a:avLst/>
              <a:gdLst/>
              <a:ahLst/>
              <a:cxnLst/>
              <a:rect l="l" t="t" r="r" b="b"/>
              <a:pathLst>
                <a:path w="7850" h="7850" fill="none" extrusionOk="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3" name="Google Shape;1513;p33"/>
            <p:cNvSpPr/>
            <p:nvPr/>
          </p:nvSpPr>
          <p:spPr>
            <a:xfrm>
              <a:off x="3576625" y="3523525"/>
              <a:ext cx="196250" cy="196250"/>
            </a:xfrm>
            <a:custGeom>
              <a:avLst/>
              <a:gdLst/>
              <a:ahLst/>
              <a:cxnLst/>
              <a:rect l="l" t="t" r="r" b="b"/>
              <a:pathLst>
                <a:path w="7850" h="7850" fill="none" extrusionOk="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4" name="Google Shape;1514;p33"/>
            <p:cNvSpPr/>
            <p:nvPr/>
          </p:nvSpPr>
          <p:spPr>
            <a:xfrm>
              <a:off x="3613250" y="3523525"/>
              <a:ext cx="196275" cy="196250"/>
            </a:xfrm>
            <a:custGeom>
              <a:avLst/>
              <a:gdLst/>
              <a:ahLst/>
              <a:cxnLst/>
              <a:rect l="l" t="t" r="r" b="b"/>
              <a:pathLst>
                <a:path w="7851" h="7850" fill="none" extrusionOk="0">
                  <a:moveTo>
                    <a:pt x="1" y="0"/>
                  </a:moveTo>
                  <a:lnTo>
                    <a:pt x="7851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5" name="Google Shape;1515;p33"/>
            <p:cNvSpPr/>
            <p:nvPr/>
          </p:nvSpPr>
          <p:spPr>
            <a:xfrm>
              <a:off x="3649900" y="3523525"/>
              <a:ext cx="196275" cy="196250"/>
            </a:xfrm>
            <a:custGeom>
              <a:avLst/>
              <a:gdLst/>
              <a:ahLst/>
              <a:cxnLst/>
              <a:rect l="l" t="t" r="r" b="b"/>
              <a:pathLst>
                <a:path w="7851" h="7850" fill="none" extrusionOk="0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6" name="Google Shape;1516;p33"/>
            <p:cNvSpPr/>
            <p:nvPr/>
          </p:nvSpPr>
          <p:spPr>
            <a:xfrm>
              <a:off x="3686550" y="3523525"/>
              <a:ext cx="196275" cy="196250"/>
            </a:xfrm>
            <a:custGeom>
              <a:avLst/>
              <a:gdLst/>
              <a:ahLst/>
              <a:cxnLst/>
              <a:rect l="l" t="t" r="r" b="b"/>
              <a:pathLst>
                <a:path w="7851" h="7850" fill="none" extrusionOk="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7" name="Google Shape;1517;p33"/>
            <p:cNvSpPr/>
            <p:nvPr/>
          </p:nvSpPr>
          <p:spPr>
            <a:xfrm>
              <a:off x="3723200" y="3523525"/>
              <a:ext cx="196250" cy="196250"/>
            </a:xfrm>
            <a:custGeom>
              <a:avLst/>
              <a:gdLst/>
              <a:ahLst/>
              <a:cxnLst/>
              <a:rect l="l" t="t" r="r" b="b"/>
              <a:pathLst>
                <a:path w="7850" h="7850" fill="none" extrusionOk="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8" name="Google Shape;1518;p33"/>
            <p:cNvSpPr/>
            <p:nvPr/>
          </p:nvSpPr>
          <p:spPr>
            <a:xfrm>
              <a:off x="3759825" y="3523525"/>
              <a:ext cx="196275" cy="196250"/>
            </a:xfrm>
            <a:custGeom>
              <a:avLst/>
              <a:gdLst/>
              <a:ahLst/>
              <a:cxnLst/>
              <a:rect l="l" t="t" r="r" b="b"/>
              <a:pathLst>
                <a:path w="7851" h="7850" fill="none" extrusionOk="0">
                  <a:moveTo>
                    <a:pt x="1" y="0"/>
                  </a:moveTo>
                  <a:lnTo>
                    <a:pt x="7851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9" name="Google Shape;1519;p33"/>
            <p:cNvSpPr/>
            <p:nvPr/>
          </p:nvSpPr>
          <p:spPr>
            <a:xfrm>
              <a:off x="3796475" y="3523525"/>
              <a:ext cx="196275" cy="196250"/>
            </a:xfrm>
            <a:custGeom>
              <a:avLst/>
              <a:gdLst/>
              <a:ahLst/>
              <a:cxnLst/>
              <a:rect l="l" t="t" r="r" b="b"/>
              <a:pathLst>
                <a:path w="7851" h="7850" fill="none" extrusionOk="0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0" name="Google Shape;1520;p33"/>
            <p:cNvSpPr/>
            <p:nvPr/>
          </p:nvSpPr>
          <p:spPr>
            <a:xfrm>
              <a:off x="3833125" y="3523525"/>
              <a:ext cx="196275" cy="196250"/>
            </a:xfrm>
            <a:custGeom>
              <a:avLst/>
              <a:gdLst/>
              <a:ahLst/>
              <a:cxnLst/>
              <a:rect l="l" t="t" r="r" b="b"/>
              <a:pathLst>
                <a:path w="7851" h="7850" fill="none" extrusionOk="0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1" name="Google Shape;1521;p33"/>
            <p:cNvSpPr/>
            <p:nvPr/>
          </p:nvSpPr>
          <p:spPr>
            <a:xfrm>
              <a:off x="3869775" y="3523525"/>
              <a:ext cx="196275" cy="196250"/>
            </a:xfrm>
            <a:custGeom>
              <a:avLst/>
              <a:gdLst/>
              <a:ahLst/>
              <a:cxnLst/>
              <a:rect l="l" t="t" r="r" b="b"/>
              <a:pathLst>
                <a:path w="7851" h="7850" fill="none" extrusionOk="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2" name="Google Shape;1522;p33"/>
            <p:cNvSpPr/>
            <p:nvPr/>
          </p:nvSpPr>
          <p:spPr>
            <a:xfrm>
              <a:off x="3906425" y="3523525"/>
              <a:ext cx="196250" cy="196250"/>
            </a:xfrm>
            <a:custGeom>
              <a:avLst/>
              <a:gdLst/>
              <a:ahLst/>
              <a:cxnLst/>
              <a:rect l="l" t="t" r="r" b="b"/>
              <a:pathLst>
                <a:path w="7850" h="7850" fill="none" extrusionOk="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3" name="Google Shape;1523;p33"/>
            <p:cNvSpPr/>
            <p:nvPr/>
          </p:nvSpPr>
          <p:spPr>
            <a:xfrm>
              <a:off x="3943050" y="3523525"/>
              <a:ext cx="196275" cy="196250"/>
            </a:xfrm>
            <a:custGeom>
              <a:avLst/>
              <a:gdLst/>
              <a:ahLst/>
              <a:cxnLst/>
              <a:rect l="l" t="t" r="r" b="b"/>
              <a:pathLst>
                <a:path w="7851" h="7850" fill="none" extrusionOk="0">
                  <a:moveTo>
                    <a:pt x="1" y="0"/>
                  </a:moveTo>
                  <a:lnTo>
                    <a:pt x="7851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4" name="Google Shape;1524;p33"/>
            <p:cNvSpPr/>
            <p:nvPr/>
          </p:nvSpPr>
          <p:spPr>
            <a:xfrm>
              <a:off x="3979700" y="3523525"/>
              <a:ext cx="196275" cy="196250"/>
            </a:xfrm>
            <a:custGeom>
              <a:avLst/>
              <a:gdLst/>
              <a:ahLst/>
              <a:cxnLst/>
              <a:rect l="l" t="t" r="r" b="b"/>
              <a:pathLst>
                <a:path w="7851" h="7850" fill="none" extrusionOk="0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5" name="Google Shape;1525;p33"/>
            <p:cNvSpPr/>
            <p:nvPr/>
          </p:nvSpPr>
          <p:spPr>
            <a:xfrm>
              <a:off x="4016350" y="3523525"/>
              <a:ext cx="196275" cy="196250"/>
            </a:xfrm>
            <a:custGeom>
              <a:avLst/>
              <a:gdLst/>
              <a:ahLst/>
              <a:cxnLst/>
              <a:rect l="l" t="t" r="r" b="b"/>
              <a:pathLst>
                <a:path w="7851" h="7850" fill="none" extrusionOk="0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6" name="Google Shape;1526;p33"/>
            <p:cNvSpPr/>
            <p:nvPr/>
          </p:nvSpPr>
          <p:spPr>
            <a:xfrm>
              <a:off x="4053000" y="3523525"/>
              <a:ext cx="196250" cy="196250"/>
            </a:xfrm>
            <a:custGeom>
              <a:avLst/>
              <a:gdLst/>
              <a:ahLst/>
              <a:cxnLst/>
              <a:rect l="l" t="t" r="r" b="b"/>
              <a:pathLst>
                <a:path w="7850" h="7850" fill="none" extrusionOk="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7" name="Google Shape;1527;p33"/>
            <p:cNvSpPr/>
            <p:nvPr/>
          </p:nvSpPr>
          <p:spPr>
            <a:xfrm>
              <a:off x="4089650" y="3523525"/>
              <a:ext cx="196250" cy="196250"/>
            </a:xfrm>
            <a:custGeom>
              <a:avLst/>
              <a:gdLst/>
              <a:ahLst/>
              <a:cxnLst/>
              <a:rect l="l" t="t" r="r" b="b"/>
              <a:pathLst>
                <a:path w="7850" h="7850" fill="none" extrusionOk="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528" name="Google Shape;1528;p33"/>
          <p:cNvSpPr/>
          <p:nvPr/>
        </p:nvSpPr>
        <p:spPr>
          <a:xfrm rot="-5400000">
            <a:off x="6334322" y="3355675"/>
            <a:ext cx="825452" cy="1673688"/>
          </a:xfrm>
          <a:custGeom>
            <a:avLst/>
            <a:gdLst/>
            <a:ahLst/>
            <a:cxnLst/>
            <a:rect l="l" t="t" r="r" b="b"/>
            <a:pathLst>
              <a:path w="16883" h="34232" fill="none" extrusionOk="0">
                <a:moveTo>
                  <a:pt x="16882" y="34232"/>
                </a:moveTo>
                <a:cubicBezTo>
                  <a:pt x="7517" y="34109"/>
                  <a:pt x="1" y="26494"/>
                  <a:pt x="1" y="17129"/>
                </a:cubicBezTo>
                <a:cubicBezTo>
                  <a:pt x="1" y="7764"/>
                  <a:pt x="7517" y="124"/>
                  <a:pt x="16882" y="1"/>
                </a:cubicBezTo>
              </a:path>
            </a:pathLst>
          </a:custGeom>
          <a:noFill/>
          <a:ln w="85025" cap="flat" cmpd="sng">
            <a:solidFill>
              <a:schemeClr val="lt1"/>
            </a:solidFill>
            <a:prstDash val="solid"/>
            <a:miter lim="24644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29" name="Google Shape;1529;p33"/>
          <p:cNvSpPr/>
          <p:nvPr/>
        </p:nvSpPr>
        <p:spPr>
          <a:xfrm>
            <a:off x="4572000" y="4050960"/>
            <a:ext cx="555517" cy="554294"/>
          </a:xfrm>
          <a:custGeom>
            <a:avLst/>
            <a:gdLst/>
            <a:ahLst/>
            <a:cxnLst/>
            <a:rect l="l" t="t" r="r" b="b"/>
            <a:pathLst>
              <a:path w="11362" h="11337" extrusionOk="0">
                <a:moveTo>
                  <a:pt x="11362" y="5668"/>
                </a:moveTo>
                <a:cubicBezTo>
                  <a:pt x="11362" y="8798"/>
                  <a:pt x="8823" y="11337"/>
                  <a:pt x="5669" y="11337"/>
                </a:cubicBezTo>
                <a:cubicBezTo>
                  <a:pt x="2539" y="11337"/>
                  <a:pt x="1" y="8798"/>
                  <a:pt x="1" y="5668"/>
                </a:cubicBezTo>
                <a:cubicBezTo>
                  <a:pt x="1" y="2539"/>
                  <a:pt x="2539" y="0"/>
                  <a:pt x="5669" y="0"/>
                </a:cubicBezTo>
                <a:cubicBezTo>
                  <a:pt x="8823" y="0"/>
                  <a:pt x="11362" y="2539"/>
                  <a:pt x="11362" y="5668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530" name="Google Shape;1530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94914" y="-963850"/>
            <a:ext cx="2527512" cy="268125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531" name="Google Shape;1531;p33"/>
          <p:cNvGrpSpPr/>
          <p:nvPr/>
        </p:nvGrpSpPr>
        <p:grpSpPr>
          <a:xfrm rot="10800000">
            <a:off x="-1284662" y="4546071"/>
            <a:ext cx="3952129" cy="3175881"/>
            <a:chOff x="5256209" y="-1994879"/>
            <a:chExt cx="3952129" cy="3175881"/>
          </a:xfrm>
        </p:grpSpPr>
        <p:sp>
          <p:nvSpPr>
            <p:cNvPr id="1532" name="Google Shape;1532;p33"/>
            <p:cNvSpPr/>
            <p:nvPr/>
          </p:nvSpPr>
          <p:spPr>
            <a:xfrm>
              <a:off x="5256209" y="-1994879"/>
              <a:ext cx="3952129" cy="3103920"/>
            </a:xfrm>
            <a:custGeom>
              <a:avLst/>
              <a:gdLst/>
              <a:ahLst/>
              <a:cxnLst/>
              <a:rect l="l" t="t" r="r" b="b"/>
              <a:pathLst>
                <a:path w="89954" h="70648" fill="none" extrusionOk="0">
                  <a:moveTo>
                    <a:pt x="89954" y="70647"/>
                  </a:moveTo>
                  <a:lnTo>
                    <a:pt x="1" y="70647"/>
                  </a:lnTo>
                  <a:lnTo>
                    <a:pt x="1" y="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3" name="Google Shape;1533;p33"/>
            <p:cNvSpPr/>
            <p:nvPr/>
          </p:nvSpPr>
          <p:spPr>
            <a:xfrm>
              <a:off x="5579917" y="1036061"/>
              <a:ext cx="144942" cy="144942"/>
            </a:xfrm>
            <a:custGeom>
              <a:avLst/>
              <a:gdLst/>
              <a:ahLst/>
              <a:cxnLst/>
              <a:rect l="l" t="t" r="r" b="b"/>
              <a:pathLst>
                <a:path w="3299" h="3299" extrusionOk="0">
                  <a:moveTo>
                    <a:pt x="0" y="1"/>
                  </a:moveTo>
                  <a:lnTo>
                    <a:pt x="0" y="3299"/>
                  </a:lnTo>
                  <a:lnTo>
                    <a:pt x="3298" y="3299"/>
                  </a:lnTo>
                  <a:lnTo>
                    <a:pt x="329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6">
  <p:cSld name="CUSTOM_2_2_1_1_1_1_1">
    <p:spTree>
      <p:nvGrpSpPr>
        <p:cNvPr id="1" name="Shape 18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05" name="Google Shape;1805;p38"/>
          <p:cNvPicPr preferRelativeResize="0"/>
          <p:nvPr/>
        </p:nvPicPr>
        <p:blipFill rotWithShape="1">
          <a:blip r:embed="rId2">
            <a:alphaModFix amt="60000"/>
          </a:blip>
          <a:srcRect t="9" b="9"/>
          <a:stretch/>
        </p:blipFill>
        <p:spPr>
          <a:xfrm flipH="1">
            <a:off x="0" y="1"/>
            <a:ext cx="9144002" cy="5143499"/>
          </a:xfrm>
          <a:prstGeom prst="rect">
            <a:avLst/>
          </a:prstGeom>
          <a:noFill/>
          <a:ln>
            <a:noFill/>
          </a:ln>
        </p:spPr>
      </p:pic>
      <p:sp>
        <p:nvSpPr>
          <p:cNvPr id="1806" name="Google Shape;1806;p38"/>
          <p:cNvSpPr txBox="1">
            <a:spLocks noGrp="1"/>
          </p:cNvSpPr>
          <p:nvPr>
            <p:ph type="title"/>
          </p:nvPr>
        </p:nvSpPr>
        <p:spPr>
          <a:xfrm>
            <a:off x="1825050" y="1909850"/>
            <a:ext cx="5493900" cy="4206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900"/>
              <a:buNone/>
              <a:defRPr sz="2900">
                <a:latin typeface="Aldrich"/>
                <a:ea typeface="Aldrich"/>
                <a:cs typeface="Aldrich"/>
                <a:sym typeface="Aldrich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9pPr>
          </a:lstStyle>
          <a:p>
            <a:endParaRPr/>
          </a:p>
        </p:txBody>
      </p:sp>
      <p:grpSp>
        <p:nvGrpSpPr>
          <p:cNvPr id="1807" name="Google Shape;1807;p38"/>
          <p:cNvGrpSpPr/>
          <p:nvPr/>
        </p:nvGrpSpPr>
        <p:grpSpPr>
          <a:xfrm>
            <a:off x="1364665" y="639534"/>
            <a:ext cx="1965289" cy="517060"/>
            <a:chOff x="3539975" y="3523525"/>
            <a:chExt cx="745925" cy="196250"/>
          </a:xfrm>
        </p:grpSpPr>
        <p:sp>
          <p:nvSpPr>
            <p:cNvPr id="1808" name="Google Shape;1808;p38"/>
            <p:cNvSpPr/>
            <p:nvPr/>
          </p:nvSpPr>
          <p:spPr>
            <a:xfrm>
              <a:off x="3539975" y="3523525"/>
              <a:ext cx="196250" cy="196250"/>
            </a:xfrm>
            <a:custGeom>
              <a:avLst/>
              <a:gdLst/>
              <a:ahLst/>
              <a:cxnLst/>
              <a:rect l="l" t="t" r="r" b="b"/>
              <a:pathLst>
                <a:path w="7850" h="7850" fill="none" extrusionOk="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9" name="Google Shape;1809;p38"/>
            <p:cNvSpPr/>
            <p:nvPr/>
          </p:nvSpPr>
          <p:spPr>
            <a:xfrm>
              <a:off x="3576625" y="3523525"/>
              <a:ext cx="196250" cy="196250"/>
            </a:xfrm>
            <a:custGeom>
              <a:avLst/>
              <a:gdLst/>
              <a:ahLst/>
              <a:cxnLst/>
              <a:rect l="l" t="t" r="r" b="b"/>
              <a:pathLst>
                <a:path w="7850" h="7850" fill="none" extrusionOk="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0" name="Google Shape;1810;p38"/>
            <p:cNvSpPr/>
            <p:nvPr/>
          </p:nvSpPr>
          <p:spPr>
            <a:xfrm>
              <a:off x="3613250" y="3523525"/>
              <a:ext cx="196275" cy="196250"/>
            </a:xfrm>
            <a:custGeom>
              <a:avLst/>
              <a:gdLst/>
              <a:ahLst/>
              <a:cxnLst/>
              <a:rect l="l" t="t" r="r" b="b"/>
              <a:pathLst>
                <a:path w="7851" h="7850" fill="none" extrusionOk="0">
                  <a:moveTo>
                    <a:pt x="1" y="0"/>
                  </a:moveTo>
                  <a:lnTo>
                    <a:pt x="7851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1" name="Google Shape;1811;p38"/>
            <p:cNvSpPr/>
            <p:nvPr/>
          </p:nvSpPr>
          <p:spPr>
            <a:xfrm>
              <a:off x="3649900" y="3523525"/>
              <a:ext cx="196275" cy="196250"/>
            </a:xfrm>
            <a:custGeom>
              <a:avLst/>
              <a:gdLst/>
              <a:ahLst/>
              <a:cxnLst/>
              <a:rect l="l" t="t" r="r" b="b"/>
              <a:pathLst>
                <a:path w="7851" h="7850" fill="none" extrusionOk="0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2" name="Google Shape;1812;p38"/>
            <p:cNvSpPr/>
            <p:nvPr/>
          </p:nvSpPr>
          <p:spPr>
            <a:xfrm>
              <a:off x="3686550" y="3523525"/>
              <a:ext cx="196275" cy="196250"/>
            </a:xfrm>
            <a:custGeom>
              <a:avLst/>
              <a:gdLst/>
              <a:ahLst/>
              <a:cxnLst/>
              <a:rect l="l" t="t" r="r" b="b"/>
              <a:pathLst>
                <a:path w="7851" h="7850" fill="none" extrusionOk="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3" name="Google Shape;1813;p38"/>
            <p:cNvSpPr/>
            <p:nvPr/>
          </p:nvSpPr>
          <p:spPr>
            <a:xfrm>
              <a:off x="3723200" y="3523525"/>
              <a:ext cx="196250" cy="196250"/>
            </a:xfrm>
            <a:custGeom>
              <a:avLst/>
              <a:gdLst/>
              <a:ahLst/>
              <a:cxnLst/>
              <a:rect l="l" t="t" r="r" b="b"/>
              <a:pathLst>
                <a:path w="7850" h="7850" fill="none" extrusionOk="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4" name="Google Shape;1814;p38"/>
            <p:cNvSpPr/>
            <p:nvPr/>
          </p:nvSpPr>
          <p:spPr>
            <a:xfrm>
              <a:off x="3759825" y="3523525"/>
              <a:ext cx="196275" cy="196250"/>
            </a:xfrm>
            <a:custGeom>
              <a:avLst/>
              <a:gdLst/>
              <a:ahLst/>
              <a:cxnLst/>
              <a:rect l="l" t="t" r="r" b="b"/>
              <a:pathLst>
                <a:path w="7851" h="7850" fill="none" extrusionOk="0">
                  <a:moveTo>
                    <a:pt x="1" y="0"/>
                  </a:moveTo>
                  <a:lnTo>
                    <a:pt x="7851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5" name="Google Shape;1815;p38"/>
            <p:cNvSpPr/>
            <p:nvPr/>
          </p:nvSpPr>
          <p:spPr>
            <a:xfrm>
              <a:off x="3796475" y="3523525"/>
              <a:ext cx="196275" cy="196250"/>
            </a:xfrm>
            <a:custGeom>
              <a:avLst/>
              <a:gdLst/>
              <a:ahLst/>
              <a:cxnLst/>
              <a:rect l="l" t="t" r="r" b="b"/>
              <a:pathLst>
                <a:path w="7851" h="7850" fill="none" extrusionOk="0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6" name="Google Shape;1816;p38"/>
            <p:cNvSpPr/>
            <p:nvPr/>
          </p:nvSpPr>
          <p:spPr>
            <a:xfrm>
              <a:off x="3833125" y="3523525"/>
              <a:ext cx="196275" cy="196250"/>
            </a:xfrm>
            <a:custGeom>
              <a:avLst/>
              <a:gdLst/>
              <a:ahLst/>
              <a:cxnLst/>
              <a:rect l="l" t="t" r="r" b="b"/>
              <a:pathLst>
                <a:path w="7851" h="7850" fill="none" extrusionOk="0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7" name="Google Shape;1817;p38"/>
            <p:cNvSpPr/>
            <p:nvPr/>
          </p:nvSpPr>
          <p:spPr>
            <a:xfrm>
              <a:off x="3869775" y="3523525"/>
              <a:ext cx="196275" cy="196250"/>
            </a:xfrm>
            <a:custGeom>
              <a:avLst/>
              <a:gdLst/>
              <a:ahLst/>
              <a:cxnLst/>
              <a:rect l="l" t="t" r="r" b="b"/>
              <a:pathLst>
                <a:path w="7851" h="7850" fill="none" extrusionOk="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8" name="Google Shape;1818;p38"/>
            <p:cNvSpPr/>
            <p:nvPr/>
          </p:nvSpPr>
          <p:spPr>
            <a:xfrm>
              <a:off x="3906425" y="3523525"/>
              <a:ext cx="196250" cy="196250"/>
            </a:xfrm>
            <a:custGeom>
              <a:avLst/>
              <a:gdLst/>
              <a:ahLst/>
              <a:cxnLst/>
              <a:rect l="l" t="t" r="r" b="b"/>
              <a:pathLst>
                <a:path w="7850" h="7850" fill="none" extrusionOk="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9" name="Google Shape;1819;p38"/>
            <p:cNvSpPr/>
            <p:nvPr/>
          </p:nvSpPr>
          <p:spPr>
            <a:xfrm>
              <a:off x="3943050" y="3523525"/>
              <a:ext cx="196275" cy="196250"/>
            </a:xfrm>
            <a:custGeom>
              <a:avLst/>
              <a:gdLst/>
              <a:ahLst/>
              <a:cxnLst/>
              <a:rect l="l" t="t" r="r" b="b"/>
              <a:pathLst>
                <a:path w="7851" h="7850" fill="none" extrusionOk="0">
                  <a:moveTo>
                    <a:pt x="1" y="0"/>
                  </a:moveTo>
                  <a:lnTo>
                    <a:pt x="7851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0" name="Google Shape;1820;p38"/>
            <p:cNvSpPr/>
            <p:nvPr/>
          </p:nvSpPr>
          <p:spPr>
            <a:xfrm>
              <a:off x="3979700" y="3523525"/>
              <a:ext cx="196275" cy="196250"/>
            </a:xfrm>
            <a:custGeom>
              <a:avLst/>
              <a:gdLst/>
              <a:ahLst/>
              <a:cxnLst/>
              <a:rect l="l" t="t" r="r" b="b"/>
              <a:pathLst>
                <a:path w="7851" h="7850" fill="none" extrusionOk="0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1" name="Google Shape;1821;p38"/>
            <p:cNvSpPr/>
            <p:nvPr/>
          </p:nvSpPr>
          <p:spPr>
            <a:xfrm>
              <a:off x="4016350" y="3523525"/>
              <a:ext cx="196275" cy="196250"/>
            </a:xfrm>
            <a:custGeom>
              <a:avLst/>
              <a:gdLst/>
              <a:ahLst/>
              <a:cxnLst/>
              <a:rect l="l" t="t" r="r" b="b"/>
              <a:pathLst>
                <a:path w="7851" h="7850" fill="none" extrusionOk="0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2" name="Google Shape;1822;p38"/>
            <p:cNvSpPr/>
            <p:nvPr/>
          </p:nvSpPr>
          <p:spPr>
            <a:xfrm>
              <a:off x="4053000" y="3523525"/>
              <a:ext cx="196250" cy="196250"/>
            </a:xfrm>
            <a:custGeom>
              <a:avLst/>
              <a:gdLst/>
              <a:ahLst/>
              <a:cxnLst/>
              <a:rect l="l" t="t" r="r" b="b"/>
              <a:pathLst>
                <a:path w="7850" h="7850" fill="none" extrusionOk="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3" name="Google Shape;1823;p38"/>
            <p:cNvSpPr/>
            <p:nvPr/>
          </p:nvSpPr>
          <p:spPr>
            <a:xfrm>
              <a:off x="4089650" y="3523525"/>
              <a:ext cx="196250" cy="196250"/>
            </a:xfrm>
            <a:custGeom>
              <a:avLst/>
              <a:gdLst/>
              <a:ahLst/>
              <a:cxnLst/>
              <a:rect l="l" t="t" r="r" b="b"/>
              <a:pathLst>
                <a:path w="7850" h="7850" fill="none" extrusionOk="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1824" name="Google Shape;1824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10800000">
            <a:off x="-201200" y="3499563"/>
            <a:ext cx="7194375" cy="206237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825" name="Google Shape;1825;p38"/>
          <p:cNvGrpSpPr/>
          <p:nvPr/>
        </p:nvGrpSpPr>
        <p:grpSpPr>
          <a:xfrm>
            <a:off x="8063763" y="2173397"/>
            <a:ext cx="357454" cy="956304"/>
            <a:chOff x="357713" y="600975"/>
            <a:chExt cx="357454" cy="956304"/>
          </a:xfrm>
        </p:grpSpPr>
        <p:sp>
          <p:nvSpPr>
            <p:cNvPr id="1826" name="Google Shape;1826;p38"/>
            <p:cNvSpPr/>
            <p:nvPr/>
          </p:nvSpPr>
          <p:spPr>
            <a:xfrm>
              <a:off x="357713" y="600975"/>
              <a:ext cx="357454" cy="357454"/>
            </a:xfrm>
            <a:custGeom>
              <a:avLst/>
              <a:gdLst/>
              <a:ahLst/>
              <a:cxnLst/>
              <a:rect l="l" t="t" r="r" b="b"/>
              <a:pathLst>
                <a:path w="6539" h="6539" fill="none" extrusionOk="0">
                  <a:moveTo>
                    <a:pt x="3954" y="367"/>
                  </a:moveTo>
                  <a:cubicBezTo>
                    <a:pt x="5535" y="752"/>
                    <a:pt x="6538" y="2353"/>
                    <a:pt x="6152" y="3954"/>
                  </a:cubicBezTo>
                  <a:cubicBezTo>
                    <a:pt x="5767" y="5535"/>
                    <a:pt x="4166" y="6538"/>
                    <a:pt x="2584" y="6153"/>
                  </a:cubicBezTo>
                  <a:cubicBezTo>
                    <a:pt x="984" y="5767"/>
                    <a:pt x="0" y="4166"/>
                    <a:pt x="366" y="2585"/>
                  </a:cubicBezTo>
                  <a:cubicBezTo>
                    <a:pt x="752" y="984"/>
                    <a:pt x="2353" y="0"/>
                    <a:pt x="3954" y="36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7" name="Google Shape;1827;p38"/>
            <p:cNvSpPr/>
            <p:nvPr/>
          </p:nvSpPr>
          <p:spPr>
            <a:xfrm>
              <a:off x="374549" y="819196"/>
              <a:ext cx="324765" cy="324765"/>
            </a:xfrm>
            <a:custGeom>
              <a:avLst/>
              <a:gdLst/>
              <a:ahLst/>
              <a:cxnLst/>
              <a:rect l="l" t="t" r="r" b="b"/>
              <a:pathLst>
                <a:path w="5941" h="5941" fill="none" extrusionOk="0">
                  <a:moveTo>
                    <a:pt x="5941" y="2971"/>
                  </a:moveTo>
                  <a:cubicBezTo>
                    <a:pt x="5941" y="4610"/>
                    <a:pt x="4610" y="5941"/>
                    <a:pt x="2971" y="5941"/>
                  </a:cubicBezTo>
                  <a:cubicBezTo>
                    <a:pt x="1331" y="5941"/>
                    <a:pt x="1" y="4610"/>
                    <a:pt x="1" y="2971"/>
                  </a:cubicBezTo>
                  <a:cubicBezTo>
                    <a:pt x="1" y="1331"/>
                    <a:pt x="1331" y="1"/>
                    <a:pt x="2971" y="1"/>
                  </a:cubicBezTo>
                  <a:cubicBezTo>
                    <a:pt x="4610" y="1"/>
                    <a:pt x="5941" y="1331"/>
                    <a:pt x="5941" y="297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8" name="Google Shape;1828;p38"/>
            <p:cNvSpPr/>
            <p:nvPr/>
          </p:nvSpPr>
          <p:spPr>
            <a:xfrm>
              <a:off x="357713" y="997347"/>
              <a:ext cx="357454" cy="357509"/>
            </a:xfrm>
            <a:custGeom>
              <a:avLst/>
              <a:gdLst/>
              <a:ahLst/>
              <a:cxnLst/>
              <a:rect l="l" t="t" r="r" b="b"/>
              <a:pathLst>
                <a:path w="6539" h="6540" fill="none" extrusionOk="0">
                  <a:moveTo>
                    <a:pt x="3954" y="387"/>
                  </a:moveTo>
                  <a:cubicBezTo>
                    <a:pt x="5555" y="753"/>
                    <a:pt x="6538" y="2354"/>
                    <a:pt x="6152" y="3955"/>
                  </a:cubicBezTo>
                  <a:cubicBezTo>
                    <a:pt x="5767" y="5556"/>
                    <a:pt x="4166" y="6539"/>
                    <a:pt x="2584" y="6153"/>
                  </a:cubicBezTo>
                  <a:cubicBezTo>
                    <a:pt x="984" y="5787"/>
                    <a:pt x="0" y="4186"/>
                    <a:pt x="366" y="2585"/>
                  </a:cubicBezTo>
                  <a:cubicBezTo>
                    <a:pt x="752" y="985"/>
                    <a:pt x="2353" y="1"/>
                    <a:pt x="3954" y="38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9" name="Google Shape;1829;p38"/>
            <p:cNvSpPr/>
            <p:nvPr/>
          </p:nvSpPr>
          <p:spPr>
            <a:xfrm>
              <a:off x="358751" y="1200863"/>
              <a:ext cx="356416" cy="356416"/>
            </a:xfrm>
            <a:custGeom>
              <a:avLst/>
              <a:gdLst/>
              <a:ahLst/>
              <a:cxnLst/>
              <a:rect l="l" t="t" r="r" b="b"/>
              <a:pathLst>
                <a:path w="6520" h="6520" fill="none" extrusionOk="0">
                  <a:moveTo>
                    <a:pt x="5362" y="1158"/>
                  </a:moveTo>
                  <a:cubicBezTo>
                    <a:pt x="6519" y="2315"/>
                    <a:pt x="6519" y="4186"/>
                    <a:pt x="5362" y="5343"/>
                  </a:cubicBezTo>
                  <a:cubicBezTo>
                    <a:pt x="4186" y="6519"/>
                    <a:pt x="2315" y="6519"/>
                    <a:pt x="1157" y="5343"/>
                  </a:cubicBezTo>
                  <a:cubicBezTo>
                    <a:pt x="0" y="4186"/>
                    <a:pt x="0" y="2315"/>
                    <a:pt x="1157" y="1158"/>
                  </a:cubicBezTo>
                  <a:cubicBezTo>
                    <a:pt x="2315" y="0"/>
                    <a:pt x="4186" y="0"/>
                    <a:pt x="5362" y="1158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830" name="Google Shape;1830;p38"/>
          <p:cNvSpPr/>
          <p:nvPr/>
        </p:nvSpPr>
        <p:spPr>
          <a:xfrm flipH="1">
            <a:off x="4294245" y="620913"/>
            <a:ext cx="555517" cy="554294"/>
          </a:xfrm>
          <a:custGeom>
            <a:avLst/>
            <a:gdLst/>
            <a:ahLst/>
            <a:cxnLst/>
            <a:rect l="l" t="t" r="r" b="b"/>
            <a:pathLst>
              <a:path w="11362" h="11337" extrusionOk="0">
                <a:moveTo>
                  <a:pt x="11362" y="5668"/>
                </a:moveTo>
                <a:cubicBezTo>
                  <a:pt x="11362" y="8798"/>
                  <a:pt x="8823" y="11337"/>
                  <a:pt x="5669" y="11337"/>
                </a:cubicBezTo>
                <a:cubicBezTo>
                  <a:pt x="2539" y="11337"/>
                  <a:pt x="1" y="8798"/>
                  <a:pt x="1" y="5668"/>
                </a:cubicBezTo>
                <a:cubicBezTo>
                  <a:pt x="1" y="2539"/>
                  <a:pt x="2539" y="0"/>
                  <a:pt x="5669" y="0"/>
                </a:cubicBezTo>
                <a:cubicBezTo>
                  <a:pt x="8823" y="0"/>
                  <a:pt x="11362" y="2539"/>
                  <a:pt x="11362" y="5668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831" name="Google Shape;1831;p38"/>
          <p:cNvGrpSpPr/>
          <p:nvPr/>
        </p:nvGrpSpPr>
        <p:grpSpPr>
          <a:xfrm rot="-5400000">
            <a:off x="-2779003" y="-1736891"/>
            <a:ext cx="3952129" cy="3175881"/>
            <a:chOff x="5256209" y="-1994879"/>
            <a:chExt cx="3952129" cy="3175881"/>
          </a:xfrm>
        </p:grpSpPr>
        <p:sp>
          <p:nvSpPr>
            <p:cNvPr id="1832" name="Google Shape;1832;p38"/>
            <p:cNvSpPr/>
            <p:nvPr/>
          </p:nvSpPr>
          <p:spPr>
            <a:xfrm>
              <a:off x="5256209" y="-1994879"/>
              <a:ext cx="3952129" cy="3103920"/>
            </a:xfrm>
            <a:custGeom>
              <a:avLst/>
              <a:gdLst/>
              <a:ahLst/>
              <a:cxnLst/>
              <a:rect l="l" t="t" r="r" b="b"/>
              <a:pathLst>
                <a:path w="89954" h="70648" fill="none" extrusionOk="0">
                  <a:moveTo>
                    <a:pt x="89954" y="70647"/>
                  </a:moveTo>
                  <a:lnTo>
                    <a:pt x="1" y="70647"/>
                  </a:lnTo>
                  <a:lnTo>
                    <a:pt x="1" y="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3" name="Google Shape;1833;p38"/>
            <p:cNvSpPr/>
            <p:nvPr/>
          </p:nvSpPr>
          <p:spPr>
            <a:xfrm>
              <a:off x="5579917" y="1036061"/>
              <a:ext cx="144942" cy="144942"/>
            </a:xfrm>
            <a:custGeom>
              <a:avLst/>
              <a:gdLst/>
              <a:ahLst/>
              <a:cxnLst/>
              <a:rect l="l" t="t" r="r" b="b"/>
              <a:pathLst>
                <a:path w="3299" h="3299" extrusionOk="0">
                  <a:moveTo>
                    <a:pt x="0" y="1"/>
                  </a:moveTo>
                  <a:lnTo>
                    <a:pt x="0" y="3299"/>
                  </a:lnTo>
                  <a:lnTo>
                    <a:pt x="3298" y="3299"/>
                  </a:lnTo>
                  <a:lnTo>
                    <a:pt x="329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834" name="Google Shape;1834;p38"/>
          <p:cNvSpPr txBox="1">
            <a:spLocks noGrp="1"/>
          </p:cNvSpPr>
          <p:nvPr>
            <p:ph type="subTitle" idx="1"/>
          </p:nvPr>
        </p:nvSpPr>
        <p:spPr>
          <a:xfrm>
            <a:off x="1825050" y="2427700"/>
            <a:ext cx="5493900" cy="94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5">
  <p:cSld name="CUSTOM_3_1_1_1_1">
    <p:spTree>
      <p:nvGrpSpPr>
        <p:cNvPr id="1" name="Shape 2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93" name="Google Shape;2193;p46"/>
          <p:cNvPicPr preferRelativeResize="0"/>
          <p:nvPr/>
        </p:nvPicPr>
        <p:blipFill rotWithShape="1">
          <a:blip r:embed="rId2">
            <a:alphaModFix amt="60000"/>
          </a:blip>
          <a:srcRect l="39" r="29"/>
          <a:stretch/>
        </p:blipFill>
        <p:spPr>
          <a:xfrm>
            <a:off x="0" y="1"/>
            <a:ext cx="9144002" cy="5143499"/>
          </a:xfrm>
          <a:prstGeom prst="rect">
            <a:avLst/>
          </a:prstGeom>
          <a:noFill/>
          <a:ln>
            <a:noFill/>
          </a:ln>
        </p:spPr>
      </p:pic>
      <p:sp>
        <p:nvSpPr>
          <p:cNvPr id="2194" name="Google Shape;2194;p46"/>
          <p:cNvSpPr txBox="1">
            <a:spLocks noGrp="1"/>
          </p:cNvSpPr>
          <p:nvPr>
            <p:ph type="title"/>
          </p:nvPr>
        </p:nvSpPr>
        <p:spPr>
          <a:xfrm>
            <a:off x="715500" y="538250"/>
            <a:ext cx="7713000" cy="4206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900"/>
              <a:buNone/>
              <a:defRPr sz="2900">
                <a:latin typeface="Aldrich"/>
                <a:ea typeface="Aldrich"/>
                <a:cs typeface="Aldrich"/>
                <a:sym typeface="Aldrich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9pPr>
          </a:lstStyle>
          <a:p>
            <a:endParaRPr/>
          </a:p>
        </p:txBody>
      </p:sp>
      <p:pic>
        <p:nvPicPr>
          <p:cNvPr id="2195" name="Google Shape;2195;p4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150349" flipH="1">
            <a:off x="-1128684" y="4246704"/>
            <a:ext cx="9353212" cy="268125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196" name="Google Shape;2196;p46"/>
          <p:cNvGrpSpPr/>
          <p:nvPr/>
        </p:nvGrpSpPr>
        <p:grpSpPr>
          <a:xfrm flipH="1">
            <a:off x="435156" y="4236070"/>
            <a:ext cx="289285" cy="284718"/>
            <a:chOff x="419162" y="3302025"/>
            <a:chExt cx="220963" cy="217475"/>
          </a:xfrm>
        </p:grpSpPr>
        <p:sp>
          <p:nvSpPr>
            <p:cNvPr id="2197" name="Google Shape;2197;p46"/>
            <p:cNvSpPr/>
            <p:nvPr/>
          </p:nvSpPr>
          <p:spPr>
            <a:xfrm>
              <a:off x="426000" y="3425950"/>
              <a:ext cx="214125" cy="93550"/>
            </a:xfrm>
            <a:custGeom>
              <a:avLst/>
              <a:gdLst/>
              <a:ahLst/>
              <a:cxnLst/>
              <a:rect l="l" t="t" r="r" b="b"/>
              <a:pathLst>
                <a:path w="8565" h="3742" extrusionOk="0">
                  <a:moveTo>
                    <a:pt x="1" y="0"/>
                  </a:moveTo>
                  <a:cubicBezTo>
                    <a:pt x="290" y="2141"/>
                    <a:pt x="2122" y="3742"/>
                    <a:pt x="4283" y="3742"/>
                  </a:cubicBezTo>
                  <a:cubicBezTo>
                    <a:pt x="6443" y="3742"/>
                    <a:pt x="8275" y="2141"/>
                    <a:pt x="856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8" name="Google Shape;2198;p46"/>
            <p:cNvSpPr/>
            <p:nvPr/>
          </p:nvSpPr>
          <p:spPr>
            <a:xfrm>
              <a:off x="419162" y="3302025"/>
              <a:ext cx="214125" cy="94050"/>
            </a:xfrm>
            <a:custGeom>
              <a:avLst/>
              <a:gdLst/>
              <a:ahLst/>
              <a:cxnLst/>
              <a:rect l="l" t="t" r="r" b="b"/>
              <a:pathLst>
                <a:path w="8565" h="3762" extrusionOk="0">
                  <a:moveTo>
                    <a:pt x="1" y="0"/>
                  </a:moveTo>
                  <a:cubicBezTo>
                    <a:pt x="271" y="2141"/>
                    <a:pt x="2103" y="3761"/>
                    <a:pt x="4283" y="3761"/>
                  </a:cubicBezTo>
                  <a:cubicBezTo>
                    <a:pt x="6443" y="3761"/>
                    <a:pt x="8275" y="2141"/>
                    <a:pt x="856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199" name="Google Shape;2199;p46"/>
          <p:cNvGrpSpPr/>
          <p:nvPr/>
        </p:nvGrpSpPr>
        <p:grpSpPr>
          <a:xfrm flipH="1">
            <a:off x="-1328926" y="2418978"/>
            <a:ext cx="1965289" cy="517060"/>
            <a:chOff x="3539975" y="3523525"/>
            <a:chExt cx="745925" cy="196250"/>
          </a:xfrm>
        </p:grpSpPr>
        <p:sp>
          <p:nvSpPr>
            <p:cNvPr id="2200" name="Google Shape;2200;p46"/>
            <p:cNvSpPr/>
            <p:nvPr/>
          </p:nvSpPr>
          <p:spPr>
            <a:xfrm>
              <a:off x="3539975" y="3523525"/>
              <a:ext cx="196250" cy="196250"/>
            </a:xfrm>
            <a:custGeom>
              <a:avLst/>
              <a:gdLst/>
              <a:ahLst/>
              <a:cxnLst/>
              <a:rect l="l" t="t" r="r" b="b"/>
              <a:pathLst>
                <a:path w="7850" h="7850" fill="none" extrusionOk="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1" name="Google Shape;2201;p46"/>
            <p:cNvSpPr/>
            <p:nvPr/>
          </p:nvSpPr>
          <p:spPr>
            <a:xfrm>
              <a:off x="3576625" y="3523525"/>
              <a:ext cx="196250" cy="196250"/>
            </a:xfrm>
            <a:custGeom>
              <a:avLst/>
              <a:gdLst/>
              <a:ahLst/>
              <a:cxnLst/>
              <a:rect l="l" t="t" r="r" b="b"/>
              <a:pathLst>
                <a:path w="7850" h="7850" fill="none" extrusionOk="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2" name="Google Shape;2202;p46"/>
            <p:cNvSpPr/>
            <p:nvPr/>
          </p:nvSpPr>
          <p:spPr>
            <a:xfrm>
              <a:off x="3613250" y="3523525"/>
              <a:ext cx="196275" cy="196250"/>
            </a:xfrm>
            <a:custGeom>
              <a:avLst/>
              <a:gdLst/>
              <a:ahLst/>
              <a:cxnLst/>
              <a:rect l="l" t="t" r="r" b="b"/>
              <a:pathLst>
                <a:path w="7851" h="7850" fill="none" extrusionOk="0">
                  <a:moveTo>
                    <a:pt x="1" y="0"/>
                  </a:moveTo>
                  <a:lnTo>
                    <a:pt x="7851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3" name="Google Shape;2203;p46"/>
            <p:cNvSpPr/>
            <p:nvPr/>
          </p:nvSpPr>
          <p:spPr>
            <a:xfrm>
              <a:off x="3649900" y="3523525"/>
              <a:ext cx="196275" cy="196250"/>
            </a:xfrm>
            <a:custGeom>
              <a:avLst/>
              <a:gdLst/>
              <a:ahLst/>
              <a:cxnLst/>
              <a:rect l="l" t="t" r="r" b="b"/>
              <a:pathLst>
                <a:path w="7851" h="7850" fill="none" extrusionOk="0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4" name="Google Shape;2204;p46"/>
            <p:cNvSpPr/>
            <p:nvPr/>
          </p:nvSpPr>
          <p:spPr>
            <a:xfrm>
              <a:off x="3686550" y="3523525"/>
              <a:ext cx="196275" cy="196250"/>
            </a:xfrm>
            <a:custGeom>
              <a:avLst/>
              <a:gdLst/>
              <a:ahLst/>
              <a:cxnLst/>
              <a:rect l="l" t="t" r="r" b="b"/>
              <a:pathLst>
                <a:path w="7851" h="7850" fill="none" extrusionOk="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5" name="Google Shape;2205;p46"/>
            <p:cNvSpPr/>
            <p:nvPr/>
          </p:nvSpPr>
          <p:spPr>
            <a:xfrm>
              <a:off x="3723200" y="3523525"/>
              <a:ext cx="196250" cy="196250"/>
            </a:xfrm>
            <a:custGeom>
              <a:avLst/>
              <a:gdLst/>
              <a:ahLst/>
              <a:cxnLst/>
              <a:rect l="l" t="t" r="r" b="b"/>
              <a:pathLst>
                <a:path w="7850" h="7850" fill="none" extrusionOk="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6" name="Google Shape;2206;p46"/>
            <p:cNvSpPr/>
            <p:nvPr/>
          </p:nvSpPr>
          <p:spPr>
            <a:xfrm>
              <a:off x="3759825" y="3523525"/>
              <a:ext cx="196275" cy="196250"/>
            </a:xfrm>
            <a:custGeom>
              <a:avLst/>
              <a:gdLst/>
              <a:ahLst/>
              <a:cxnLst/>
              <a:rect l="l" t="t" r="r" b="b"/>
              <a:pathLst>
                <a:path w="7851" h="7850" fill="none" extrusionOk="0">
                  <a:moveTo>
                    <a:pt x="1" y="0"/>
                  </a:moveTo>
                  <a:lnTo>
                    <a:pt x="7851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7" name="Google Shape;2207;p46"/>
            <p:cNvSpPr/>
            <p:nvPr/>
          </p:nvSpPr>
          <p:spPr>
            <a:xfrm>
              <a:off x="3796475" y="3523525"/>
              <a:ext cx="196275" cy="196250"/>
            </a:xfrm>
            <a:custGeom>
              <a:avLst/>
              <a:gdLst/>
              <a:ahLst/>
              <a:cxnLst/>
              <a:rect l="l" t="t" r="r" b="b"/>
              <a:pathLst>
                <a:path w="7851" h="7850" fill="none" extrusionOk="0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8" name="Google Shape;2208;p46"/>
            <p:cNvSpPr/>
            <p:nvPr/>
          </p:nvSpPr>
          <p:spPr>
            <a:xfrm>
              <a:off x="3833125" y="3523525"/>
              <a:ext cx="196275" cy="196250"/>
            </a:xfrm>
            <a:custGeom>
              <a:avLst/>
              <a:gdLst/>
              <a:ahLst/>
              <a:cxnLst/>
              <a:rect l="l" t="t" r="r" b="b"/>
              <a:pathLst>
                <a:path w="7851" h="7850" fill="none" extrusionOk="0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9" name="Google Shape;2209;p46"/>
            <p:cNvSpPr/>
            <p:nvPr/>
          </p:nvSpPr>
          <p:spPr>
            <a:xfrm>
              <a:off x="3869775" y="3523525"/>
              <a:ext cx="196275" cy="196250"/>
            </a:xfrm>
            <a:custGeom>
              <a:avLst/>
              <a:gdLst/>
              <a:ahLst/>
              <a:cxnLst/>
              <a:rect l="l" t="t" r="r" b="b"/>
              <a:pathLst>
                <a:path w="7851" h="7850" fill="none" extrusionOk="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0" name="Google Shape;2210;p46"/>
            <p:cNvSpPr/>
            <p:nvPr/>
          </p:nvSpPr>
          <p:spPr>
            <a:xfrm>
              <a:off x="3906425" y="3523525"/>
              <a:ext cx="196250" cy="196250"/>
            </a:xfrm>
            <a:custGeom>
              <a:avLst/>
              <a:gdLst/>
              <a:ahLst/>
              <a:cxnLst/>
              <a:rect l="l" t="t" r="r" b="b"/>
              <a:pathLst>
                <a:path w="7850" h="7850" fill="none" extrusionOk="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1" name="Google Shape;2211;p46"/>
            <p:cNvSpPr/>
            <p:nvPr/>
          </p:nvSpPr>
          <p:spPr>
            <a:xfrm>
              <a:off x="3943050" y="3523525"/>
              <a:ext cx="196275" cy="196250"/>
            </a:xfrm>
            <a:custGeom>
              <a:avLst/>
              <a:gdLst/>
              <a:ahLst/>
              <a:cxnLst/>
              <a:rect l="l" t="t" r="r" b="b"/>
              <a:pathLst>
                <a:path w="7851" h="7850" fill="none" extrusionOk="0">
                  <a:moveTo>
                    <a:pt x="1" y="0"/>
                  </a:moveTo>
                  <a:lnTo>
                    <a:pt x="7851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2" name="Google Shape;2212;p46"/>
            <p:cNvSpPr/>
            <p:nvPr/>
          </p:nvSpPr>
          <p:spPr>
            <a:xfrm>
              <a:off x="3979700" y="3523525"/>
              <a:ext cx="196275" cy="196250"/>
            </a:xfrm>
            <a:custGeom>
              <a:avLst/>
              <a:gdLst/>
              <a:ahLst/>
              <a:cxnLst/>
              <a:rect l="l" t="t" r="r" b="b"/>
              <a:pathLst>
                <a:path w="7851" h="7850" fill="none" extrusionOk="0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3" name="Google Shape;2213;p46"/>
            <p:cNvSpPr/>
            <p:nvPr/>
          </p:nvSpPr>
          <p:spPr>
            <a:xfrm>
              <a:off x="4016350" y="3523525"/>
              <a:ext cx="196275" cy="196250"/>
            </a:xfrm>
            <a:custGeom>
              <a:avLst/>
              <a:gdLst/>
              <a:ahLst/>
              <a:cxnLst/>
              <a:rect l="l" t="t" r="r" b="b"/>
              <a:pathLst>
                <a:path w="7851" h="7850" fill="none" extrusionOk="0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4" name="Google Shape;2214;p46"/>
            <p:cNvSpPr/>
            <p:nvPr/>
          </p:nvSpPr>
          <p:spPr>
            <a:xfrm>
              <a:off x="4053000" y="3523525"/>
              <a:ext cx="196250" cy="196250"/>
            </a:xfrm>
            <a:custGeom>
              <a:avLst/>
              <a:gdLst/>
              <a:ahLst/>
              <a:cxnLst/>
              <a:rect l="l" t="t" r="r" b="b"/>
              <a:pathLst>
                <a:path w="7850" h="7850" fill="none" extrusionOk="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5" name="Google Shape;2215;p46"/>
            <p:cNvSpPr/>
            <p:nvPr/>
          </p:nvSpPr>
          <p:spPr>
            <a:xfrm>
              <a:off x="4089650" y="3523525"/>
              <a:ext cx="196250" cy="196250"/>
            </a:xfrm>
            <a:custGeom>
              <a:avLst/>
              <a:gdLst/>
              <a:ahLst/>
              <a:cxnLst/>
              <a:rect l="l" t="t" r="r" b="b"/>
              <a:pathLst>
                <a:path w="7850" h="7850" fill="none" extrusionOk="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5">
    <p:spTree>
      <p:nvGrpSpPr>
        <p:cNvPr id="1" name="Shape 2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70" name="Google Shape;2470;p51"/>
          <p:cNvPicPr preferRelativeResize="0"/>
          <p:nvPr/>
        </p:nvPicPr>
        <p:blipFill rotWithShape="1">
          <a:blip r:embed="rId2">
            <a:alphaModFix amt="60000"/>
          </a:blip>
          <a:srcRect t="9" b="9"/>
          <a:stretch/>
        </p:blipFill>
        <p:spPr>
          <a:xfrm>
            <a:off x="0" y="1"/>
            <a:ext cx="9144002" cy="5143499"/>
          </a:xfrm>
          <a:prstGeom prst="rect">
            <a:avLst/>
          </a:prstGeom>
          <a:noFill/>
          <a:ln>
            <a:noFill/>
          </a:ln>
        </p:spPr>
      </p:pic>
      <p:pic>
        <p:nvPicPr>
          <p:cNvPr id="2471" name="Google Shape;2471;p51"/>
          <p:cNvPicPr preferRelativeResize="0"/>
          <p:nvPr/>
        </p:nvPicPr>
        <p:blipFill rotWithShape="1">
          <a:blip r:embed="rId3">
            <a:alphaModFix amt="60000"/>
          </a:blip>
          <a:srcRect t="9" b="9"/>
          <a:stretch/>
        </p:blipFill>
        <p:spPr>
          <a:xfrm>
            <a:off x="0" y="1"/>
            <a:ext cx="9144002" cy="5143499"/>
          </a:xfrm>
          <a:prstGeom prst="rect">
            <a:avLst/>
          </a:prstGeom>
          <a:noFill/>
          <a:ln>
            <a:noFill/>
          </a:ln>
        </p:spPr>
      </p:pic>
      <p:pic>
        <p:nvPicPr>
          <p:cNvPr id="2472" name="Google Shape;2472;p5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-467701" y="3755650"/>
            <a:ext cx="9353213" cy="268125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473" name="Google Shape;2473;p51"/>
          <p:cNvGrpSpPr/>
          <p:nvPr/>
        </p:nvGrpSpPr>
        <p:grpSpPr>
          <a:xfrm>
            <a:off x="391864" y="3545270"/>
            <a:ext cx="289170" cy="284718"/>
            <a:chOff x="426000" y="3302025"/>
            <a:chExt cx="220875" cy="217475"/>
          </a:xfrm>
        </p:grpSpPr>
        <p:sp>
          <p:nvSpPr>
            <p:cNvPr id="2474" name="Google Shape;2474;p51"/>
            <p:cNvSpPr/>
            <p:nvPr/>
          </p:nvSpPr>
          <p:spPr>
            <a:xfrm>
              <a:off x="426000" y="3425950"/>
              <a:ext cx="214125" cy="93550"/>
            </a:xfrm>
            <a:custGeom>
              <a:avLst/>
              <a:gdLst/>
              <a:ahLst/>
              <a:cxnLst/>
              <a:rect l="l" t="t" r="r" b="b"/>
              <a:pathLst>
                <a:path w="8565" h="3742" extrusionOk="0">
                  <a:moveTo>
                    <a:pt x="1" y="0"/>
                  </a:moveTo>
                  <a:cubicBezTo>
                    <a:pt x="290" y="2141"/>
                    <a:pt x="2122" y="3742"/>
                    <a:pt x="4283" y="3742"/>
                  </a:cubicBezTo>
                  <a:cubicBezTo>
                    <a:pt x="6443" y="3742"/>
                    <a:pt x="8275" y="2141"/>
                    <a:pt x="856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5" name="Google Shape;2475;p51"/>
            <p:cNvSpPr/>
            <p:nvPr/>
          </p:nvSpPr>
          <p:spPr>
            <a:xfrm>
              <a:off x="432750" y="3302025"/>
              <a:ext cx="214125" cy="94050"/>
            </a:xfrm>
            <a:custGeom>
              <a:avLst/>
              <a:gdLst/>
              <a:ahLst/>
              <a:cxnLst/>
              <a:rect l="l" t="t" r="r" b="b"/>
              <a:pathLst>
                <a:path w="8565" h="3762" extrusionOk="0">
                  <a:moveTo>
                    <a:pt x="1" y="0"/>
                  </a:moveTo>
                  <a:cubicBezTo>
                    <a:pt x="271" y="2141"/>
                    <a:pt x="2103" y="3761"/>
                    <a:pt x="4283" y="3761"/>
                  </a:cubicBezTo>
                  <a:cubicBezTo>
                    <a:pt x="6443" y="3761"/>
                    <a:pt x="8275" y="2141"/>
                    <a:pt x="856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476" name="Google Shape;2476;p51"/>
          <p:cNvGrpSpPr/>
          <p:nvPr/>
        </p:nvGrpSpPr>
        <p:grpSpPr>
          <a:xfrm>
            <a:off x="357713" y="905775"/>
            <a:ext cx="357454" cy="956304"/>
            <a:chOff x="357713" y="600975"/>
            <a:chExt cx="357454" cy="956304"/>
          </a:xfrm>
        </p:grpSpPr>
        <p:sp>
          <p:nvSpPr>
            <p:cNvPr id="2477" name="Google Shape;2477;p51"/>
            <p:cNvSpPr/>
            <p:nvPr/>
          </p:nvSpPr>
          <p:spPr>
            <a:xfrm>
              <a:off x="357713" y="600975"/>
              <a:ext cx="357454" cy="357454"/>
            </a:xfrm>
            <a:custGeom>
              <a:avLst/>
              <a:gdLst/>
              <a:ahLst/>
              <a:cxnLst/>
              <a:rect l="l" t="t" r="r" b="b"/>
              <a:pathLst>
                <a:path w="6539" h="6539" fill="none" extrusionOk="0">
                  <a:moveTo>
                    <a:pt x="3954" y="367"/>
                  </a:moveTo>
                  <a:cubicBezTo>
                    <a:pt x="5535" y="752"/>
                    <a:pt x="6538" y="2353"/>
                    <a:pt x="6152" y="3954"/>
                  </a:cubicBezTo>
                  <a:cubicBezTo>
                    <a:pt x="5767" y="5535"/>
                    <a:pt x="4166" y="6538"/>
                    <a:pt x="2584" y="6153"/>
                  </a:cubicBezTo>
                  <a:cubicBezTo>
                    <a:pt x="984" y="5767"/>
                    <a:pt x="0" y="4166"/>
                    <a:pt x="366" y="2585"/>
                  </a:cubicBezTo>
                  <a:cubicBezTo>
                    <a:pt x="752" y="984"/>
                    <a:pt x="2353" y="0"/>
                    <a:pt x="3954" y="36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8" name="Google Shape;2478;p51"/>
            <p:cNvSpPr/>
            <p:nvPr/>
          </p:nvSpPr>
          <p:spPr>
            <a:xfrm>
              <a:off x="374549" y="819196"/>
              <a:ext cx="324765" cy="324765"/>
            </a:xfrm>
            <a:custGeom>
              <a:avLst/>
              <a:gdLst/>
              <a:ahLst/>
              <a:cxnLst/>
              <a:rect l="l" t="t" r="r" b="b"/>
              <a:pathLst>
                <a:path w="5941" h="5941" fill="none" extrusionOk="0">
                  <a:moveTo>
                    <a:pt x="5941" y="2971"/>
                  </a:moveTo>
                  <a:cubicBezTo>
                    <a:pt x="5941" y="4610"/>
                    <a:pt x="4610" y="5941"/>
                    <a:pt x="2971" y="5941"/>
                  </a:cubicBezTo>
                  <a:cubicBezTo>
                    <a:pt x="1331" y="5941"/>
                    <a:pt x="1" y="4610"/>
                    <a:pt x="1" y="2971"/>
                  </a:cubicBezTo>
                  <a:cubicBezTo>
                    <a:pt x="1" y="1331"/>
                    <a:pt x="1331" y="1"/>
                    <a:pt x="2971" y="1"/>
                  </a:cubicBezTo>
                  <a:cubicBezTo>
                    <a:pt x="4610" y="1"/>
                    <a:pt x="5941" y="1331"/>
                    <a:pt x="5941" y="297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9" name="Google Shape;2479;p51"/>
            <p:cNvSpPr/>
            <p:nvPr/>
          </p:nvSpPr>
          <p:spPr>
            <a:xfrm>
              <a:off x="357713" y="997347"/>
              <a:ext cx="357454" cy="357509"/>
            </a:xfrm>
            <a:custGeom>
              <a:avLst/>
              <a:gdLst/>
              <a:ahLst/>
              <a:cxnLst/>
              <a:rect l="l" t="t" r="r" b="b"/>
              <a:pathLst>
                <a:path w="6539" h="6540" fill="none" extrusionOk="0">
                  <a:moveTo>
                    <a:pt x="3954" y="387"/>
                  </a:moveTo>
                  <a:cubicBezTo>
                    <a:pt x="5555" y="753"/>
                    <a:pt x="6538" y="2354"/>
                    <a:pt x="6152" y="3955"/>
                  </a:cubicBezTo>
                  <a:cubicBezTo>
                    <a:pt x="5767" y="5556"/>
                    <a:pt x="4166" y="6539"/>
                    <a:pt x="2584" y="6153"/>
                  </a:cubicBezTo>
                  <a:cubicBezTo>
                    <a:pt x="984" y="5787"/>
                    <a:pt x="0" y="4186"/>
                    <a:pt x="366" y="2585"/>
                  </a:cubicBezTo>
                  <a:cubicBezTo>
                    <a:pt x="752" y="985"/>
                    <a:pt x="2353" y="1"/>
                    <a:pt x="3954" y="38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0" name="Google Shape;2480;p51"/>
            <p:cNvSpPr/>
            <p:nvPr/>
          </p:nvSpPr>
          <p:spPr>
            <a:xfrm>
              <a:off x="358751" y="1200863"/>
              <a:ext cx="356416" cy="356416"/>
            </a:xfrm>
            <a:custGeom>
              <a:avLst/>
              <a:gdLst/>
              <a:ahLst/>
              <a:cxnLst/>
              <a:rect l="l" t="t" r="r" b="b"/>
              <a:pathLst>
                <a:path w="6520" h="6520" fill="none" extrusionOk="0">
                  <a:moveTo>
                    <a:pt x="5362" y="1158"/>
                  </a:moveTo>
                  <a:cubicBezTo>
                    <a:pt x="6519" y="2315"/>
                    <a:pt x="6519" y="4186"/>
                    <a:pt x="5362" y="5343"/>
                  </a:cubicBezTo>
                  <a:cubicBezTo>
                    <a:pt x="4186" y="6519"/>
                    <a:pt x="2315" y="6519"/>
                    <a:pt x="1157" y="5343"/>
                  </a:cubicBezTo>
                  <a:cubicBezTo>
                    <a:pt x="0" y="4186"/>
                    <a:pt x="0" y="2315"/>
                    <a:pt x="1157" y="1158"/>
                  </a:cubicBezTo>
                  <a:cubicBezTo>
                    <a:pt x="2315" y="0"/>
                    <a:pt x="4186" y="0"/>
                    <a:pt x="5362" y="1158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481" name="Google Shape;2481;p51"/>
          <p:cNvGrpSpPr/>
          <p:nvPr/>
        </p:nvGrpSpPr>
        <p:grpSpPr>
          <a:xfrm>
            <a:off x="5258308" y="722871"/>
            <a:ext cx="793256" cy="182899"/>
            <a:chOff x="2685575" y="2835950"/>
            <a:chExt cx="433000" cy="99825"/>
          </a:xfrm>
        </p:grpSpPr>
        <p:sp>
          <p:nvSpPr>
            <p:cNvPr id="2482" name="Google Shape;2482;p51"/>
            <p:cNvSpPr/>
            <p:nvPr/>
          </p:nvSpPr>
          <p:spPr>
            <a:xfrm>
              <a:off x="3032250" y="2835950"/>
              <a:ext cx="86325" cy="99825"/>
            </a:xfrm>
            <a:custGeom>
              <a:avLst/>
              <a:gdLst/>
              <a:ahLst/>
              <a:cxnLst/>
              <a:rect l="l" t="t" r="r" b="b"/>
              <a:pathLst>
                <a:path w="3453" h="3993" extrusionOk="0">
                  <a:moveTo>
                    <a:pt x="3453" y="0"/>
                  </a:moveTo>
                  <a:lnTo>
                    <a:pt x="0" y="2006"/>
                  </a:lnTo>
                  <a:lnTo>
                    <a:pt x="3453" y="3993"/>
                  </a:lnTo>
                  <a:lnTo>
                    <a:pt x="3453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3" name="Google Shape;2483;p51"/>
            <p:cNvSpPr/>
            <p:nvPr/>
          </p:nvSpPr>
          <p:spPr>
            <a:xfrm>
              <a:off x="2917000" y="2835950"/>
              <a:ext cx="85850" cy="99825"/>
            </a:xfrm>
            <a:custGeom>
              <a:avLst/>
              <a:gdLst/>
              <a:ahLst/>
              <a:cxnLst/>
              <a:rect l="l" t="t" r="r" b="b"/>
              <a:pathLst>
                <a:path w="3434" h="3993" extrusionOk="0">
                  <a:moveTo>
                    <a:pt x="3434" y="0"/>
                  </a:moveTo>
                  <a:lnTo>
                    <a:pt x="1" y="2006"/>
                  </a:lnTo>
                  <a:lnTo>
                    <a:pt x="3434" y="3993"/>
                  </a:lnTo>
                  <a:lnTo>
                    <a:pt x="3434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4" name="Google Shape;2484;p51"/>
            <p:cNvSpPr/>
            <p:nvPr/>
          </p:nvSpPr>
          <p:spPr>
            <a:xfrm>
              <a:off x="2801300" y="2835950"/>
              <a:ext cx="86325" cy="99825"/>
            </a:xfrm>
            <a:custGeom>
              <a:avLst/>
              <a:gdLst/>
              <a:ahLst/>
              <a:cxnLst/>
              <a:rect l="l" t="t" r="r" b="b"/>
              <a:pathLst>
                <a:path w="3453" h="3993" extrusionOk="0">
                  <a:moveTo>
                    <a:pt x="3452" y="0"/>
                  </a:moveTo>
                  <a:lnTo>
                    <a:pt x="0" y="2006"/>
                  </a:lnTo>
                  <a:lnTo>
                    <a:pt x="3452" y="3993"/>
                  </a:lnTo>
                  <a:lnTo>
                    <a:pt x="3452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5" name="Google Shape;2485;p51"/>
            <p:cNvSpPr/>
            <p:nvPr/>
          </p:nvSpPr>
          <p:spPr>
            <a:xfrm>
              <a:off x="2685575" y="2835950"/>
              <a:ext cx="86325" cy="99825"/>
            </a:xfrm>
            <a:custGeom>
              <a:avLst/>
              <a:gdLst/>
              <a:ahLst/>
              <a:cxnLst/>
              <a:rect l="l" t="t" r="r" b="b"/>
              <a:pathLst>
                <a:path w="3453" h="3993" extrusionOk="0">
                  <a:moveTo>
                    <a:pt x="3453" y="0"/>
                  </a:moveTo>
                  <a:lnTo>
                    <a:pt x="0" y="2006"/>
                  </a:lnTo>
                  <a:lnTo>
                    <a:pt x="3453" y="3993"/>
                  </a:lnTo>
                  <a:lnTo>
                    <a:pt x="3453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486" name="Google Shape;2486;p51"/>
          <p:cNvGrpSpPr/>
          <p:nvPr/>
        </p:nvGrpSpPr>
        <p:grpSpPr>
          <a:xfrm>
            <a:off x="8366565" y="3429220"/>
            <a:ext cx="1965289" cy="517060"/>
            <a:chOff x="3539975" y="3523525"/>
            <a:chExt cx="745925" cy="196250"/>
          </a:xfrm>
        </p:grpSpPr>
        <p:sp>
          <p:nvSpPr>
            <p:cNvPr id="2487" name="Google Shape;2487;p51"/>
            <p:cNvSpPr/>
            <p:nvPr/>
          </p:nvSpPr>
          <p:spPr>
            <a:xfrm>
              <a:off x="3539975" y="3523525"/>
              <a:ext cx="196250" cy="196250"/>
            </a:xfrm>
            <a:custGeom>
              <a:avLst/>
              <a:gdLst/>
              <a:ahLst/>
              <a:cxnLst/>
              <a:rect l="l" t="t" r="r" b="b"/>
              <a:pathLst>
                <a:path w="7850" h="7850" fill="none" extrusionOk="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8" name="Google Shape;2488;p51"/>
            <p:cNvSpPr/>
            <p:nvPr/>
          </p:nvSpPr>
          <p:spPr>
            <a:xfrm>
              <a:off x="3576625" y="3523525"/>
              <a:ext cx="196250" cy="196250"/>
            </a:xfrm>
            <a:custGeom>
              <a:avLst/>
              <a:gdLst/>
              <a:ahLst/>
              <a:cxnLst/>
              <a:rect l="l" t="t" r="r" b="b"/>
              <a:pathLst>
                <a:path w="7850" h="7850" fill="none" extrusionOk="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9" name="Google Shape;2489;p51"/>
            <p:cNvSpPr/>
            <p:nvPr/>
          </p:nvSpPr>
          <p:spPr>
            <a:xfrm>
              <a:off x="3613250" y="3523525"/>
              <a:ext cx="196275" cy="196250"/>
            </a:xfrm>
            <a:custGeom>
              <a:avLst/>
              <a:gdLst/>
              <a:ahLst/>
              <a:cxnLst/>
              <a:rect l="l" t="t" r="r" b="b"/>
              <a:pathLst>
                <a:path w="7851" h="7850" fill="none" extrusionOk="0">
                  <a:moveTo>
                    <a:pt x="1" y="0"/>
                  </a:moveTo>
                  <a:lnTo>
                    <a:pt x="7851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0" name="Google Shape;2490;p51"/>
            <p:cNvSpPr/>
            <p:nvPr/>
          </p:nvSpPr>
          <p:spPr>
            <a:xfrm>
              <a:off x="3649900" y="3523525"/>
              <a:ext cx="196275" cy="196250"/>
            </a:xfrm>
            <a:custGeom>
              <a:avLst/>
              <a:gdLst/>
              <a:ahLst/>
              <a:cxnLst/>
              <a:rect l="l" t="t" r="r" b="b"/>
              <a:pathLst>
                <a:path w="7851" h="7850" fill="none" extrusionOk="0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1" name="Google Shape;2491;p51"/>
            <p:cNvSpPr/>
            <p:nvPr/>
          </p:nvSpPr>
          <p:spPr>
            <a:xfrm>
              <a:off x="3686550" y="3523525"/>
              <a:ext cx="196275" cy="196250"/>
            </a:xfrm>
            <a:custGeom>
              <a:avLst/>
              <a:gdLst/>
              <a:ahLst/>
              <a:cxnLst/>
              <a:rect l="l" t="t" r="r" b="b"/>
              <a:pathLst>
                <a:path w="7851" h="7850" fill="none" extrusionOk="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2" name="Google Shape;2492;p51"/>
            <p:cNvSpPr/>
            <p:nvPr/>
          </p:nvSpPr>
          <p:spPr>
            <a:xfrm>
              <a:off x="3723200" y="3523525"/>
              <a:ext cx="196250" cy="196250"/>
            </a:xfrm>
            <a:custGeom>
              <a:avLst/>
              <a:gdLst/>
              <a:ahLst/>
              <a:cxnLst/>
              <a:rect l="l" t="t" r="r" b="b"/>
              <a:pathLst>
                <a:path w="7850" h="7850" fill="none" extrusionOk="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3" name="Google Shape;2493;p51"/>
            <p:cNvSpPr/>
            <p:nvPr/>
          </p:nvSpPr>
          <p:spPr>
            <a:xfrm>
              <a:off x="3759825" y="3523525"/>
              <a:ext cx="196275" cy="196250"/>
            </a:xfrm>
            <a:custGeom>
              <a:avLst/>
              <a:gdLst/>
              <a:ahLst/>
              <a:cxnLst/>
              <a:rect l="l" t="t" r="r" b="b"/>
              <a:pathLst>
                <a:path w="7851" h="7850" fill="none" extrusionOk="0">
                  <a:moveTo>
                    <a:pt x="1" y="0"/>
                  </a:moveTo>
                  <a:lnTo>
                    <a:pt x="7851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4" name="Google Shape;2494;p51"/>
            <p:cNvSpPr/>
            <p:nvPr/>
          </p:nvSpPr>
          <p:spPr>
            <a:xfrm>
              <a:off x="3796475" y="3523525"/>
              <a:ext cx="196275" cy="196250"/>
            </a:xfrm>
            <a:custGeom>
              <a:avLst/>
              <a:gdLst/>
              <a:ahLst/>
              <a:cxnLst/>
              <a:rect l="l" t="t" r="r" b="b"/>
              <a:pathLst>
                <a:path w="7851" h="7850" fill="none" extrusionOk="0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5" name="Google Shape;2495;p51"/>
            <p:cNvSpPr/>
            <p:nvPr/>
          </p:nvSpPr>
          <p:spPr>
            <a:xfrm>
              <a:off x="3833125" y="3523525"/>
              <a:ext cx="196275" cy="196250"/>
            </a:xfrm>
            <a:custGeom>
              <a:avLst/>
              <a:gdLst/>
              <a:ahLst/>
              <a:cxnLst/>
              <a:rect l="l" t="t" r="r" b="b"/>
              <a:pathLst>
                <a:path w="7851" h="7850" fill="none" extrusionOk="0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6" name="Google Shape;2496;p51"/>
            <p:cNvSpPr/>
            <p:nvPr/>
          </p:nvSpPr>
          <p:spPr>
            <a:xfrm>
              <a:off x="3869775" y="3523525"/>
              <a:ext cx="196275" cy="196250"/>
            </a:xfrm>
            <a:custGeom>
              <a:avLst/>
              <a:gdLst/>
              <a:ahLst/>
              <a:cxnLst/>
              <a:rect l="l" t="t" r="r" b="b"/>
              <a:pathLst>
                <a:path w="7851" h="7850" fill="none" extrusionOk="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7" name="Google Shape;2497;p51"/>
            <p:cNvSpPr/>
            <p:nvPr/>
          </p:nvSpPr>
          <p:spPr>
            <a:xfrm>
              <a:off x="3906425" y="3523525"/>
              <a:ext cx="196250" cy="196250"/>
            </a:xfrm>
            <a:custGeom>
              <a:avLst/>
              <a:gdLst/>
              <a:ahLst/>
              <a:cxnLst/>
              <a:rect l="l" t="t" r="r" b="b"/>
              <a:pathLst>
                <a:path w="7850" h="7850" fill="none" extrusionOk="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8" name="Google Shape;2498;p51"/>
            <p:cNvSpPr/>
            <p:nvPr/>
          </p:nvSpPr>
          <p:spPr>
            <a:xfrm>
              <a:off x="3943050" y="3523525"/>
              <a:ext cx="196275" cy="196250"/>
            </a:xfrm>
            <a:custGeom>
              <a:avLst/>
              <a:gdLst/>
              <a:ahLst/>
              <a:cxnLst/>
              <a:rect l="l" t="t" r="r" b="b"/>
              <a:pathLst>
                <a:path w="7851" h="7850" fill="none" extrusionOk="0">
                  <a:moveTo>
                    <a:pt x="1" y="0"/>
                  </a:moveTo>
                  <a:lnTo>
                    <a:pt x="7851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9" name="Google Shape;2499;p51"/>
            <p:cNvSpPr/>
            <p:nvPr/>
          </p:nvSpPr>
          <p:spPr>
            <a:xfrm>
              <a:off x="3979700" y="3523525"/>
              <a:ext cx="196275" cy="196250"/>
            </a:xfrm>
            <a:custGeom>
              <a:avLst/>
              <a:gdLst/>
              <a:ahLst/>
              <a:cxnLst/>
              <a:rect l="l" t="t" r="r" b="b"/>
              <a:pathLst>
                <a:path w="7851" h="7850" fill="none" extrusionOk="0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0" name="Google Shape;2500;p51"/>
            <p:cNvSpPr/>
            <p:nvPr/>
          </p:nvSpPr>
          <p:spPr>
            <a:xfrm>
              <a:off x="4016350" y="3523525"/>
              <a:ext cx="196275" cy="196250"/>
            </a:xfrm>
            <a:custGeom>
              <a:avLst/>
              <a:gdLst/>
              <a:ahLst/>
              <a:cxnLst/>
              <a:rect l="l" t="t" r="r" b="b"/>
              <a:pathLst>
                <a:path w="7851" h="7850" fill="none" extrusionOk="0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1" name="Google Shape;2501;p51"/>
            <p:cNvSpPr/>
            <p:nvPr/>
          </p:nvSpPr>
          <p:spPr>
            <a:xfrm>
              <a:off x="4053000" y="3523525"/>
              <a:ext cx="196250" cy="196250"/>
            </a:xfrm>
            <a:custGeom>
              <a:avLst/>
              <a:gdLst/>
              <a:ahLst/>
              <a:cxnLst/>
              <a:rect l="l" t="t" r="r" b="b"/>
              <a:pathLst>
                <a:path w="7850" h="7850" fill="none" extrusionOk="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2" name="Google Shape;2502;p51"/>
            <p:cNvSpPr/>
            <p:nvPr/>
          </p:nvSpPr>
          <p:spPr>
            <a:xfrm>
              <a:off x="4089650" y="3523525"/>
              <a:ext cx="196250" cy="196250"/>
            </a:xfrm>
            <a:custGeom>
              <a:avLst/>
              <a:gdLst/>
              <a:ahLst/>
              <a:cxnLst/>
              <a:rect l="l" t="t" r="r" b="b"/>
              <a:pathLst>
                <a:path w="7850" h="7850" fill="none" extrusionOk="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2503" name="Google Shape;2503;p5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164689" y="-802375"/>
            <a:ext cx="2527512" cy="2681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5_1">
    <p:spTree>
      <p:nvGrpSpPr>
        <p:cNvPr id="1" name="Shape 25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05" name="Google Shape;2505;p52"/>
          <p:cNvPicPr preferRelativeResize="0"/>
          <p:nvPr/>
        </p:nvPicPr>
        <p:blipFill rotWithShape="1">
          <a:blip r:embed="rId2">
            <a:alphaModFix amt="60000"/>
          </a:blip>
          <a:srcRect t="9" b="9"/>
          <a:stretch/>
        </p:blipFill>
        <p:spPr>
          <a:xfrm rot="10800000" flipH="1">
            <a:off x="0" y="1"/>
            <a:ext cx="9144002" cy="5143499"/>
          </a:xfrm>
          <a:prstGeom prst="rect">
            <a:avLst/>
          </a:prstGeom>
          <a:noFill/>
          <a:ln>
            <a:noFill/>
          </a:ln>
        </p:spPr>
      </p:pic>
      <p:pic>
        <p:nvPicPr>
          <p:cNvPr id="2506" name="Google Shape;2506;p52"/>
          <p:cNvPicPr preferRelativeResize="0"/>
          <p:nvPr/>
        </p:nvPicPr>
        <p:blipFill rotWithShape="1">
          <a:blip r:embed="rId3">
            <a:alphaModFix/>
          </a:blip>
          <a:srcRect l="228" r="238"/>
          <a:stretch/>
        </p:blipFill>
        <p:spPr>
          <a:xfrm flipH="1">
            <a:off x="-9" y="4016075"/>
            <a:ext cx="9353213" cy="268125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507" name="Google Shape;2507;p52"/>
          <p:cNvGrpSpPr/>
          <p:nvPr/>
        </p:nvGrpSpPr>
        <p:grpSpPr>
          <a:xfrm flipH="1">
            <a:off x="8483181" y="4016070"/>
            <a:ext cx="283332" cy="284718"/>
            <a:chOff x="423709" y="3302025"/>
            <a:chExt cx="216416" cy="217475"/>
          </a:xfrm>
        </p:grpSpPr>
        <p:sp>
          <p:nvSpPr>
            <p:cNvPr id="2508" name="Google Shape;2508;p52"/>
            <p:cNvSpPr/>
            <p:nvPr/>
          </p:nvSpPr>
          <p:spPr>
            <a:xfrm>
              <a:off x="426000" y="3425950"/>
              <a:ext cx="214125" cy="93550"/>
            </a:xfrm>
            <a:custGeom>
              <a:avLst/>
              <a:gdLst/>
              <a:ahLst/>
              <a:cxnLst/>
              <a:rect l="l" t="t" r="r" b="b"/>
              <a:pathLst>
                <a:path w="8565" h="3742" extrusionOk="0">
                  <a:moveTo>
                    <a:pt x="1" y="0"/>
                  </a:moveTo>
                  <a:cubicBezTo>
                    <a:pt x="290" y="2141"/>
                    <a:pt x="2122" y="3742"/>
                    <a:pt x="4283" y="3742"/>
                  </a:cubicBezTo>
                  <a:cubicBezTo>
                    <a:pt x="6443" y="3742"/>
                    <a:pt x="8275" y="2141"/>
                    <a:pt x="856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9" name="Google Shape;2509;p52"/>
            <p:cNvSpPr/>
            <p:nvPr/>
          </p:nvSpPr>
          <p:spPr>
            <a:xfrm>
              <a:off x="423709" y="3302025"/>
              <a:ext cx="214125" cy="94050"/>
            </a:xfrm>
            <a:custGeom>
              <a:avLst/>
              <a:gdLst/>
              <a:ahLst/>
              <a:cxnLst/>
              <a:rect l="l" t="t" r="r" b="b"/>
              <a:pathLst>
                <a:path w="8565" h="3762" extrusionOk="0">
                  <a:moveTo>
                    <a:pt x="1" y="0"/>
                  </a:moveTo>
                  <a:cubicBezTo>
                    <a:pt x="271" y="2141"/>
                    <a:pt x="2103" y="3761"/>
                    <a:pt x="4283" y="3761"/>
                  </a:cubicBezTo>
                  <a:cubicBezTo>
                    <a:pt x="6443" y="3761"/>
                    <a:pt x="8275" y="2141"/>
                    <a:pt x="856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510" name="Google Shape;2510;p52"/>
          <p:cNvGrpSpPr/>
          <p:nvPr/>
        </p:nvGrpSpPr>
        <p:grpSpPr>
          <a:xfrm flipH="1">
            <a:off x="8175513" y="140497"/>
            <a:ext cx="2019176" cy="2019176"/>
            <a:chOff x="1943325" y="-220375"/>
            <a:chExt cx="1298672" cy="1298672"/>
          </a:xfrm>
        </p:grpSpPr>
        <p:sp>
          <p:nvSpPr>
            <p:cNvPr id="2511" name="Google Shape;2511;p52"/>
            <p:cNvSpPr/>
            <p:nvPr/>
          </p:nvSpPr>
          <p:spPr>
            <a:xfrm>
              <a:off x="2582255" y="-220375"/>
              <a:ext cx="49" cy="460871"/>
            </a:xfrm>
            <a:custGeom>
              <a:avLst/>
              <a:gdLst/>
              <a:ahLst/>
              <a:cxnLst/>
              <a:rect l="l" t="t" r="r" b="b"/>
              <a:pathLst>
                <a:path w="1" h="9432" fill="none" extrusionOk="0">
                  <a:moveTo>
                    <a:pt x="0" y="0"/>
                  </a:moveTo>
                  <a:lnTo>
                    <a:pt x="0" y="9431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2" name="Google Shape;2512;p52"/>
            <p:cNvSpPr/>
            <p:nvPr/>
          </p:nvSpPr>
          <p:spPr>
            <a:xfrm>
              <a:off x="2414509" y="-195895"/>
              <a:ext cx="118785" cy="444844"/>
            </a:xfrm>
            <a:custGeom>
              <a:avLst/>
              <a:gdLst/>
              <a:ahLst/>
              <a:cxnLst/>
              <a:rect l="l" t="t" r="r" b="b"/>
              <a:pathLst>
                <a:path w="2431" h="9104" fill="none" extrusionOk="0">
                  <a:moveTo>
                    <a:pt x="0" y="1"/>
                  </a:moveTo>
                  <a:lnTo>
                    <a:pt x="2431" y="9104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3" name="Google Shape;2513;p52"/>
            <p:cNvSpPr/>
            <p:nvPr/>
          </p:nvSpPr>
          <p:spPr>
            <a:xfrm>
              <a:off x="2259027" y="-128024"/>
              <a:ext cx="229996" cy="398669"/>
            </a:xfrm>
            <a:custGeom>
              <a:avLst/>
              <a:gdLst/>
              <a:ahLst/>
              <a:cxnLst/>
              <a:rect l="l" t="t" r="r" b="b"/>
              <a:pathLst>
                <a:path w="4707" h="8159" fill="none" extrusionOk="0">
                  <a:moveTo>
                    <a:pt x="0" y="0"/>
                  </a:moveTo>
                  <a:lnTo>
                    <a:pt x="4706" y="8158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4" name="Google Shape;2514;p52"/>
            <p:cNvSpPr/>
            <p:nvPr/>
          </p:nvSpPr>
          <p:spPr>
            <a:xfrm>
              <a:off x="2126121" y="-22481"/>
              <a:ext cx="325180" cy="325180"/>
            </a:xfrm>
            <a:custGeom>
              <a:avLst/>
              <a:gdLst/>
              <a:ahLst/>
              <a:cxnLst/>
              <a:rect l="l" t="t" r="r" b="b"/>
              <a:pathLst>
                <a:path w="6655" h="6655" fill="none" extrusionOk="0">
                  <a:moveTo>
                    <a:pt x="1" y="0"/>
                  </a:moveTo>
                  <a:lnTo>
                    <a:pt x="6655" y="6654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5" name="Google Shape;2515;p52"/>
            <p:cNvSpPr/>
            <p:nvPr/>
          </p:nvSpPr>
          <p:spPr>
            <a:xfrm>
              <a:off x="2025317" y="113211"/>
              <a:ext cx="398669" cy="230924"/>
            </a:xfrm>
            <a:custGeom>
              <a:avLst/>
              <a:gdLst/>
              <a:ahLst/>
              <a:cxnLst/>
              <a:rect l="l" t="t" r="r" b="b"/>
              <a:pathLst>
                <a:path w="8159" h="4726" fill="none" extrusionOk="0">
                  <a:moveTo>
                    <a:pt x="0" y="1"/>
                  </a:moveTo>
                  <a:lnTo>
                    <a:pt x="8158" y="4726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6" name="Google Shape;2516;p52"/>
            <p:cNvSpPr/>
            <p:nvPr/>
          </p:nvSpPr>
          <p:spPr>
            <a:xfrm>
              <a:off x="1963114" y="270598"/>
              <a:ext cx="444844" cy="119713"/>
            </a:xfrm>
            <a:custGeom>
              <a:avLst/>
              <a:gdLst/>
              <a:ahLst/>
              <a:cxnLst/>
              <a:rect l="l" t="t" r="r" b="b"/>
              <a:pathLst>
                <a:path w="9104" h="2450" fill="none" extrusionOk="0">
                  <a:moveTo>
                    <a:pt x="0" y="0"/>
                  </a:moveTo>
                  <a:lnTo>
                    <a:pt x="9103" y="24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7" name="Google Shape;2517;p52"/>
            <p:cNvSpPr/>
            <p:nvPr/>
          </p:nvSpPr>
          <p:spPr>
            <a:xfrm>
              <a:off x="1943325" y="439273"/>
              <a:ext cx="460871" cy="49"/>
            </a:xfrm>
            <a:custGeom>
              <a:avLst/>
              <a:gdLst/>
              <a:ahLst/>
              <a:cxnLst/>
              <a:rect l="l" t="t" r="r" b="b"/>
              <a:pathLst>
                <a:path w="9432" h="1" fill="none" extrusionOk="0">
                  <a:moveTo>
                    <a:pt x="0" y="1"/>
                  </a:moveTo>
                  <a:lnTo>
                    <a:pt x="9431" y="1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8" name="Google Shape;2518;p52"/>
            <p:cNvSpPr/>
            <p:nvPr/>
          </p:nvSpPr>
          <p:spPr>
            <a:xfrm>
              <a:off x="1967805" y="487354"/>
              <a:ext cx="445821" cy="119713"/>
            </a:xfrm>
            <a:custGeom>
              <a:avLst/>
              <a:gdLst/>
              <a:ahLst/>
              <a:cxnLst/>
              <a:rect l="l" t="t" r="r" b="b"/>
              <a:pathLst>
                <a:path w="9124" h="2450" fill="none" extrusionOk="0">
                  <a:moveTo>
                    <a:pt x="1" y="2450"/>
                  </a:moveTo>
                  <a:lnTo>
                    <a:pt x="9123" y="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9" name="Google Shape;2519;p52"/>
            <p:cNvSpPr/>
            <p:nvPr/>
          </p:nvSpPr>
          <p:spPr>
            <a:xfrm>
              <a:off x="2035676" y="532600"/>
              <a:ext cx="398669" cy="229996"/>
            </a:xfrm>
            <a:custGeom>
              <a:avLst/>
              <a:gdLst/>
              <a:ahLst/>
              <a:cxnLst/>
              <a:rect l="l" t="t" r="r" b="b"/>
              <a:pathLst>
                <a:path w="8159" h="4707" fill="none" extrusionOk="0">
                  <a:moveTo>
                    <a:pt x="0" y="4706"/>
                  </a:moveTo>
                  <a:lnTo>
                    <a:pt x="8158" y="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0" name="Google Shape;2520;p52"/>
            <p:cNvSpPr/>
            <p:nvPr/>
          </p:nvSpPr>
          <p:spPr>
            <a:xfrm>
              <a:off x="2141219" y="569345"/>
              <a:ext cx="326108" cy="326108"/>
            </a:xfrm>
            <a:custGeom>
              <a:avLst/>
              <a:gdLst/>
              <a:ahLst/>
              <a:cxnLst/>
              <a:rect l="l" t="t" r="r" b="b"/>
              <a:pathLst>
                <a:path w="6674" h="6674" fill="none" extrusionOk="0">
                  <a:moveTo>
                    <a:pt x="0" y="6674"/>
                  </a:moveTo>
                  <a:lnTo>
                    <a:pt x="6673" y="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1" name="Google Shape;2521;p52"/>
            <p:cNvSpPr/>
            <p:nvPr/>
          </p:nvSpPr>
          <p:spPr>
            <a:xfrm>
              <a:off x="2277840" y="597588"/>
              <a:ext cx="229996" cy="398718"/>
            </a:xfrm>
            <a:custGeom>
              <a:avLst/>
              <a:gdLst/>
              <a:ahLst/>
              <a:cxnLst/>
              <a:rect l="l" t="t" r="r" b="b"/>
              <a:pathLst>
                <a:path w="4707" h="8160" fill="none" extrusionOk="0">
                  <a:moveTo>
                    <a:pt x="1" y="8159"/>
                  </a:moveTo>
                  <a:lnTo>
                    <a:pt x="4707" y="1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2" name="Google Shape;2522;p52"/>
            <p:cNvSpPr/>
            <p:nvPr/>
          </p:nvSpPr>
          <p:spPr>
            <a:xfrm>
              <a:off x="2435227" y="613615"/>
              <a:ext cx="118785" cy="444893"/>
            </a:xfrm>
            <a:custGeom>
              <a:avLst/>
              <a:gdLst/>
              <a:ahLst/>
              <a:cxnLst/>
              <a:rect l="l" t="t" r="r" b="b"/>
              <a:pathLst>
                <a:path w="2431" h="9105" fill="none" extrusionOk="0">
                  <a:moveTo>
                    <a:pt x="1" y="9104"/>
                  </a:moveTo>
                  <a:lnTo>
                    <a:pt x="2431" y="1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3" name="Google Shape;2523;p52"/>
            <p:cNvSpPr/>
            <p:nvPr/>
          </p:nvSpPr>
          <p:spPr>
            <a:xfrm>
              <a:off x="2602973" y="617377"/>
              <a:ext cx="49" cy="460920"/>
            </a:xfrm>
            <a:custGeom>
              <a:avLst/>
              <a:gdLst/>
              <a:ahLst/>
              <a:cxnLst/>
              <a:rect l="l" t="t" r="r" b="b"/>
              <a:pathLst>
                <a:path w="1" h="9433" fill="none" extrusionOk="0">
                  <a:moveTo>
                    <a:pt x="1" y="9432"/>
                  </a:moveTo>
                  <a:lnTo>
                    <a:pt x="1" y="1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4" name="Google Shape;2524;p52"/>
            <p:cNvSpPr/>
            <p:nvPr/>
          </p:nvSpPr>
          <p:spPr>
            <a:xfrm>
              <a:off x="2651982" y="607996"/>
              <a:ext cx="118785" cy="444844"/>
            </a:xfrm>
            <a:custGeom>
              <a:avLst/>
              <a:gdLst/>
              <a:ahLst/>
              <a:cxnLst/>
              <a:rect l="l" t="t" r="r" b="b"/>
              <a:pathLst>
                <a:path w="2431" h="9104" fill="none" extrusionOk="0">
                  <a:moveTo>
                    <a:pt x="2431" y="9103"/>
                  </a:moveTo>
                  <a:lnTo>
                    <a:pt x="1" y="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5" name="Google Shape;2525;p52"/>
            <p:cNvSpPr/>
            <p:nvPr/>
          </p:nvSpPr>
          <p:spPr>
            <a:xfrm>
              <a:off x="2696300" y="586301"/>
              <a:ext cx="229996" cy="398669"/>
            </a:xfrm>
            <a:custGeom>
              <a:avLst/>
              <a:gdLst/>
              <a:ahLst/>
              <a:cxnLst/>
              <a:rect l="l" t="t" r="r" b="b"/>
              <a:pathLst>
                <a:path w="4707" h="8159" fill="none" extrusionOk="0">
                  <a:moveTo>
                    <a:pt x="4706" y="8159"/>
                  </a:moveTo>
                  <a:lnTo>
                    <a:pt x="0" y="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6" name="Google Shape;2526;p52"/>
            <p:cNvSpPr/>
            <p:nvPr/>
          </p:nvSpPr>
          <p:spPr>
            <a:xfrm>
              <a:off x="2733974" y="554247"/>
              <a:ext cx="325180" cy="326108"/>
            </a:xfrm>
            <a:custGeom>
              <a:avLst/>
              <a:gdLst/>
              <a:ahLst/>
              <a:cxnLst/>
              <a:rect l="l" t="t" r="r" b="b"/>
              <a:pathLst>
                <a:path w="6655" h="6674" fill="none" extrusionOk="0">
                  <a:moveTo>
                    <a:pt x="6655" y="6674"/>
                  </a:moveTo>
                  <a:lnTo>
                    <a:pt x="1" y="1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7" name="Google Shape;2527;p52"/>
            <p:cNvSpPr/>
            <p:nvPr/>
          </p:nvSpPr>
          <p:spPr>
            <a:xfrm>
              <a:off x="2761288" y="513739"/>
              <a:ext cx="398718" cy="229996"/>
            </a:xfrm>
            <a:custGeom>
              <a:avLst/>
              <a:gdLst/>
              <a:ahLst/>
              <a:cxnLst/>
              <a:rect l="l" t="t" r="r" b="b"/>
              <a:pathLst>
                <a:path w="8160" h="4707" fill="none" extrusionOk="0">
                  <a:moveTo>
                    <a:pt x="8159" y="4706"/>
                  </a:moveTo>
                  <a:lnTo>
                    <a:pt x="1" y="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8" name="Google Shape;2528;p52"/>
            <p:cNvSpPr/>
            <p:nvPr/>
          </p:nvSpPr>
          <p:spPr>
            <a:xfrm>
              <a:off x="2777315" y="466636"/>
              <a:ext cx="444893" cy="119713"/>
            </a:xfrm>
            <a:custGeom>
              <a:avLst/>
              <a:gdLst/>
              <a:ahLst/>
              <a:cxnLst/>
              <a:rect l="l" t="t" r="r" b="b"/>
              <a:pathLst>
                <a:path w="9105" h="2450" fill="none" extrusionOk="0">
                  <a:moveTo>
                    <a:pt x="9104" y="2449"/>
                  </a:moveTo>
                  <a:lnTo>
                    <a:pt x="1" y="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9" name="Google Shape;2529;p52"/>
            <p:cNvSpPr/>
            <p:nvPr/>
          </p:nvSpPr>
          <p:spPr>
            <a:xfrm>
              <a:off x="2781077" y="417626"/>
              <a:ext cx="460920" cy="49"/>
            </a:xfrm>
            <a:custGeom>
              <a:avLst/>
              <a:gdLst/>
              <a:ahLst/>
              <a:cxnLst/>
              <a:rect l="l" t="t" r="r" b="b"/>
              <a:pathLst>
                <a:path w="9433" h="1" fill="none" extrusionOk="0">
                  <a:moveTo>
                    <a:pt x="9432" y="0"/>
                  </a:moveTo>
                  <a:lnTo>
                    <a:pt x="1" y="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0" name="Google Shape;2530;p52"/>
            <p:cNvSpPr/>
            <p:nvPr/>
          </p:nvSpPr>
          <p:spPr>
            <a:xfrm>
              <a:off x="2771696" y="249880"/>
              <a:ext cx="444844" cy="119713"/>
            </a:xfrm>
            <a:custGeom>
              <a:avLst/>
              <a:gdLst/>
              <a:ahLst/>
              <a:cxnLst/>
              <a:rect l="l" t="t" r="r" b="b"/>
              <a:pathLst>
                <a:path w="9104" h="2450" fill="none" extrusionOk="0">
                  <a:moveTo>
                    <a:pt x="9103" y="0"/>
                  </a:moveTo>
                  <a:lnTo>
                    <a:pt x="0" y="24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1" name="Google Shape;2531;p52"/>
            <p:cNvSpPr/>
            <p:nvPr/>
          </p:nvSpPr>
          <p:spPr>
            <a:xfrm>
              <a:off x="2750929" y="94350"/>
              <a:ext cx="398718" cy="230973"/>
            </a:xfrm>
            <a:custGeom>
              <a:avLst/>
              <a:gdLst/>
              <a:ahLst/>
              <a:cxnLst/>
              <a:rect l="l" t="t" r="r" b="b"/>
              <a:pathLst>
                <a:path w="8160" h="4727" fill="none" extrusionOk="0">
                  <a:moveTo>
                    <a:pt x="8159" y="1"/>
                  </a:moveTo>
                  <a:lnTo>
                    <a:pt x="1" y="4726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2" name="Google Shape;2532;p52"/>
            <p:cNvSpPr/>
            <p:nvPr/>
          </p:nvSpPr>
          <p:spPr>
            <a:xfrm>
              <a:off x="2717947" y="-38508"/>
              <a:ext cx="326108" cy="326108"/>
            </a:xfrm>
            <a:custGeom>
              <a:avLst/>
              <a:gdLst/>
              <a:ahLst/>
              <a:cxnLst/>
              <a:rect l="l" t="t" r="r" b="b"/>
              <a:pathLst>
                <a:path w="6674" h="6674" fill="none" extrusionOk="0">
                  <a:moveTo>
                    <a:pt x="6674" y="0"/>
                  </a:moveTo>
                  <a:lnTo>
                    <a:pt x="1" y="6674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3" name="Google Shape;2533;p52"/>
            <p:cNvSpPr/>
            <p:nvPr/>
          </p:nvSpPr>
          <p:spPr>
            <a:xfrm>
              <a:off x="2677439" y="-139361"/>
              <a:ext cx="229996" cy="399646"/>
            </a:xfrm>
            <a:custGeom>
              <a:avLst/>
              <a:gdLst/>
              <a:ahLst/>
              <a:cxnLst/>
              <a:rect l="l" t="t" r="r" b="b"/>
              <a:pathLst>
                <a:path w="4707" h="8179" fill="none" extrusionOk="0">
                  <a:moveTo>
                    <a:pt x="4706" y="1"/>
                  </a:moveTo>
                  <a:lnTo>
                    <a:pt x="0" y="8178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4" name="Google Shape;2534;p52"/>
            <p:cNvSpPr/>
            <p:nvPr/>
          </p:nvSpPr>
          <p:spPr>
            <a:xfrm>
              <a:off x="2631264" y="-201563"/>
              <a:ext cx="118785" cy="444893"/>
            </a:xfrm>
            <a:custGeom>
              <a:avLst/>
              <a:gdLst/>
              <a:ahLst/>
              <a:cxnLst/>
              <a:rect l="l" t="t" r="r" b="b"/>
              <a:pathLst>
                <a:path w="2431" h="9105" fill="none" extrusionOk="0">
                  <a:moveTo>
                    <a:pt x="2430" y="1"/>
                  </a:moveTo>
                  <a:lnTo>
                    <a:pt x="0" y="9104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5" name="Google Shape;2535;p52"/>
            <p:cNvSpPr/>
            <p:nvPr/>
          </p:nvSpPr>
          <p:spPr>
            <a:xfrm>
              <a:off x="2607712" y="-215684"/>
              <a:ext cx="62251" cy="456180"/>
            </a:xfrm>
            <a:custGeom>
              <a:avLst/>
              <a:gdLst/>
              <a:ahLst/>
              <a:cxnLst/>
              <a:rect l="l" t="t" r="r" b="b"/>
              <a:pathLst>
                <a:path w="1274" h="9336" fill="none" extrusionOk="0">
                  <a:moveTo>
                    <a:pt x="1273" y="0"/>
                  </a:moveTo>
                  <a:lnTo>
                    <a:pt x="0" y="9335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6" name="Google Shape;2536;p52"/>
            <p:cNvSpPr/>
            <p:nvPr/>
          </p:nvSpPr>
          <p:spPr>
            <a:xfrm>
              <a:off x="2500263" y="-213779"/>
              <a:ext cx="57511" cy="457109"/>
            </a:xfrm>
            <a:custGeom>
              <a:avLst/>
              <a:gdLst/>
              <a:ahLst/>
              <a:cxnLst/>
              <a:rect l="l" t="t" r="r" b="b"/>
              <a:pathLst>
                <a:path w="1177" h="9355" fill="none" extrusionOk="0">
                  <a:moveTo>
                    <a:pt x="1" y="0"/>
                  </a:moveTo>
                  <a:lnTo>
                    <a:pt x="1177" y="9354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7" name="Google Shape;2537;p52"/>
            <p:cNvSpPr/>
            <p:nvPr/>
          </p:nvSpPr>
          <p:spPr>
            <a:xfrm>
              <a:off x="2337208" y="-168580"/>
              <a:ext cx="174390" cy="426961"/>
            </a:xfrm>
            <a:custGeom>
              <a:avLst/>
              <a:gdLst/>
              <a:ahLst/>
              <a:cxnLst/>
              <a:rect l="l" t="t" r="r" b="b"/>
              <a:pathLst>
                <a:path w="3569" h="8738" fill="none" extrusionOk="0">
                  <a:moveTo>
                    <a:pt x="1" y="1"/>
                  </a:moveTo>
                  <a:lnTo>
                    <a:pt x="3569" y="8738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8" name="Google Shape;2538;p52"/>
            <p:cNvSpPr/>
            <p:nvPr/>
          </p:nvSpPr>
          <p:spPr>
            <a:xfrm>
              <a:off x="2191157" y="-81849"/>
              <a:ext cx="279005" cy="366615"/>
            </a:xfrm>
            <a:custGeom>
              <a:avLst/>
              <a:gdLst/>
              <a:ahLst/>
              <a:cxnLst/>
              <a:rect l="l" t="t" r="r" b="b"/>
              <a:pathLst>
                <a:path w="5710" h="7503" fill="none" extrusionOk="0">
                  <a:moveTo>
                    <a:pt x="0" y="0"/>
                  </a:moveTo>
                  <a:lnTo>
                    <a:pt x="5709" y="7503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9" name="Google Shape;2539;p52"/>
            <p:cNvSpPr/>
            <p:nvPr/>
          </p:nvSpPr>
          <p:spPr>
            <a:xfrm>
              <a:off x="2072420" y="39722"/>
              <a:ext cx="364759" cy="281790"/>
            </a:xfrm>
            <a:custGeom>
              <a:avLst/>
              <a:gdLst/>
              <a:ahLst/>
              <a:cxnLst/>
              <a:rect l="l" t="t" r="r" b="b"/>
              <a:pathLst>
                <a:path w="7465" h="5767" fill="none" extrusionOk="0">
                  <a:moveTo>
                    <a:pt x="0" y="0"/>
                  </a:moveTo>
                  <a:lnTo>
                    <a:pt x="7464" y="5767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0" name="Google Shape;2540;p52"/>
            <p:cNvSpPr/>
            <p:nvPr/>
          </p:nvSpPr>
          <p:spPr>
            <a:xfrm>
              <a:off x="1989500" y="187678"/>
              <a:ext cx="425055" cy="178153"/>
            </a:xfrm>
            <a:custGeom>
              <a:avLst/>
              <a:gdLst/>
              <a:ahLst/>
              <a:cxnLst/>
              <a:rect l="l" t="t" r="r" b="b"/>
              <a:pathLst>
                <a:path w="8699" h="3646" fill="none" extrusionOk="0">
                  <a:moveTo>
                    <a:pt x="0" y="0"/>
                  </a:moveTo>
                  <a:lnTo>
                    <a:pt x="8698" y="3645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1" name="Google Shape;2541;p52"/>
            <p:cNvSpPr/>
            <p:nvPr/>
          </p:nvSpPr>
          <p:spPr>
            <a:xfrm>
              <a:off x="1948016" y="351662"/>
              <a:ext cx="456180" cy="62251"/>
            </a:xfrm>
            <a:custGeom>
              <a:avLst/>
              <a:gdLst/>
              <a:ahLst/>
              <a:cxnLst/>
              <a:rect l="l" t="t" r="r" b="b"/>
              <a:pathLst>
                <a:path w="9336" h="1274" fill="none" extrusionOk="0">
                  <a:moveTo>
                    <a:pt x="1" y="0"/>
                  </a:moveTo>
                  <a:lnTo>
                    <a:pt x="9335" y="1273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2" name="Google Shape;2542;p52"/>
            <p:cNvSpPr/>
            <p:nvPr/>
          </p:nvSpPr>
          <p:spPr>
            <a:xfrm>
              <a:off x="1949921" y="462824"/>
              <a:ext cx="457109" cy="58488"/>
            </a:xfrm>
            <a:custGeom>
              <a:avLst/>
              <a:gdLst/>
              <a:ahLst/>
              <a:cxnLst/>
              <a:rect l="l" t="t" r="r" b="b"/>
              <a:pathLst>
                <a:path w="9355" h="1197" fill="none" extrusionOk="0">
                  <a:moveTo>
                    <a:pt x="0" y="1197"/>
                  </a:moveTo>
                  <a:lnTo>
                    <a:pt x="9354" y="1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3" name="Google Shape;2543;p52"/>
            <p:cNvSpPr/>
            <p:nvPr/>
          </p:nvSpPr>
          <p:spPr>
            <a:xfrm>
              <a:off x="1996097" y="509977"/>
              <a:ext cx="425983" cy="174390"/>
            </a:xfrm>
            <a:custGeom>
              <a:avLst/>
              <a:gdLst/>
              <a:ahLst/>
              <a:cxnLst/>
              <a:rect l="l" t="t" r="r" b="b"/>
              <a:pathLst>
                <a:path w="8718" h="3569" fill="none" extrusionOk="0">
                  <a:moveTo>
                    <a:pt x="0" y="3568"/>
                  </a:moveTo>
                  <a:lnTo>
                    <a:pt x="8718" y="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4" name="Google Shape;2544;p52"/>
            <p:cNvSpPr/>
            <p:nvPr/>
          </p:nvSpPr>
          <p:spPr>
            <a:xfrm>
              <a:off x="2081851" y="551413"/>
              <a:ext cx="367593" cy="279005"/>
            </a:xfrm>
            <a:custGeom>
              <a:avLst/>
              <a:gdLst/>
              <a:ahLst/>
              <a:cxnLst/>
              <a:rect l="l" t="t" r="r" b="b"/>
              <a:pathLst>
                <a:path w="7523" h="5710" fill="none" extrusionOk="0">
                  <a:moveTo>
                    <a:pt x="0" y="5710"/>
                  </a:moveTo>
                  <a:lnTo>
                    <a:pt x="7522" y="1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5" name="Google Shape;2545;p52"/>
            <p:cNvSpPr/>
            <p:nvPr/>
          </p:nvSpPr>
          <p:spPr>
            <a:xfrm>
              <a:off x="2203422" y="584395"/>
              <a:ext cx="281790" cy="363830"/>
            </a:xfrm>
            <a:custGeom>
              <a:avLst/>
              <a:gdLst/>
              <a:ahLst/>
              <a:cxnLst/>
              <a:rect l="l" t="t" r="r" b="b"/>
              <a:pathLst>
                <a:path w="5767" h="7446" fill="none" extrusionOk="0">
                  <a:moveTo>
                    <a:pt x="0" y="7446"/>
                  </a:moveTo>
                  <a:lnTo>
                    <a:pt x="5767" y="1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6" name="Google Shape;2546;p52"/>
            <p:cNvSpPr/>
            <p:nvPr/>
          </p:nvSpPr>
          <p:spPr>
            <a:xfrm>
              <a:off x="2351378" y="607018"/>
              <a:ext cx="178153" cy="424126"/>
            </a:xfrm>
            <a:custGeom>
              <a:avLst/>
              <a:gdLst/>
              <a:ahLst/>
              <a:cxnLst/>
              <a:rect l="l" t="t" r="r" b="b"/>
              <a:pathLst>
                <a:path w="3646" h="8680" fill="none" extrusionOk="0">
                  <a:moveTo>
                    <a:pt x="0" y="8680"/>
                  </a:moveTo>
                  <a:lnTo>
                    <a:pt x="3645" y="1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7" name="Google Shape;2547;p52"/>
            <p:cNvSpPr/>
            <p:nvPr/>
          </p:nvSpPr>
          <p:spPr>
            <a:xfrm>
              <a:off x="2515362" y="616449"/>
              <a:ext cx="62251" cy="457109"/>
            </a:xfrm>
            <a:custGeom>
              <a:avLst/>
              <a:gdLst/>
              <a:ahLst/>
              <a:cxnLst/>
              <a:rect l="l" t="t" r="r" b="b"/>
              <a:pathLst>
                <a:path w="1274" h="9355" fill="none" extrusionOk="0">
                  <a:moveTo>
                    <a:pt x="0" y="9355"/>
                  </a:moveTo>
                  <a:lnTo>
                    <a:pt x="1273" y="1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8" name="Google Shape;2548;p52"/>
            <p:cNvSpPr/>
            <p:nvPr/>
          </p:nvSpPr>
          <p:spPr>
            <a:xfrm>
              <a:off x="2626524" y="614592"/>
              <a:ext cx="58488" cy="457109"/>
            </a:xfrm>
            <a:custGeom>
              <a:avLst/>
              <a:gdLst/>
              <a:ahLst/>
              <a:cxnLst/>
              <a:rect l="l" t="t" r="r" b="b"/>
              <a:pathLst>
                <a:path w="1197" h="9355" fill="none" extrusionOk="0">
                  <a:moveTo>
                    <a:pt x="1197" y="9354"/>
                  </a:moveTo>
                  <a:lnTo>
                    <a:pt x="1" y="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9" name="Google Shape;2549;p52"/>
            <p:cNvSpPr/>
            <p:nvPr/>
          </p:nvSpPr>
          <p:spPr>
            <a:xfrm>
              <a:off x="2673677" y="598565"/>
              <a:ext cx="174390" cy="426961"/>
            </a:xfrm>
            <a:custGeom>
              <a:avLst/>
              <a:gdLst/>
              <a:ahLst/>
              <a:cxnLst/>
              <a:rect l="l" t="t" r="r" b="b"/>
              <a:pathLst>
                <a:path w="3569" h="8738" fill="none" extrusionOk="0">
                  <a:moveTo>
                    <a:pt x="3568" y="8737"/>
                  </a:moveTo>
                  <a:lnTo>
                    <a:pt x="0" y="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0" name="Google Shape;2550;p52"/>
            <p:cNvSpPr/>
            <p:nvPr/>
          </p:nvSpPr>
          <p:spPr>
            <a:xfrm>
              <a:off x="2715113" y="572179"/>
              <a:ext cx="279005" cy="366615"/>
            </a:xfrm>
            <a:custGeom>
              <a:avLst/>
              <a:gdLst/>
              <a:ahLst/>
              <a:cxnLst/>
              <a:rect l="l" t="t" r="r" b="b"/>
              <a:pathLst>
                <a:path w="5710" h="7503" fill="none" extrusionOk="0">
                  <a:moveTo>
                    <a:pt x="5710" y="7503"/>
                  </a:moveTo>
                  <a:lnTo>
                    <a:pt x="1" y="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1" name="Google Shape;2551;p52"/>
            <p:cNvSpPr/>
            <p:nvPr/>
          </p:nvSpPr>
          <p:spPr>
            <a:xfrm>
              <a:off x="2748095" y="535386"/>
              <a:ext cx="364759" cy="281839"/>
            </a:xfrm>
            <a:custGeom>
              <a:avLst/>
              <a:gdLst/>
              <a:ahLst/>
              <a:cxnLst/>
              <a:rect l="l" t="t" r="r" b="b"/>
              <a:pathLst>
                <a:path w="7465" h="5768" fill="none" extrusionOk="0">
                  <a:moveTo>
                    <a:pt x="7465" y="5768"/>
                  </a:moveTo>
                  <a:lnTo>
                    <a:pt x="1" y="1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2" name="Google Shape;2552;p52"/>
            <p:cNvSpPr/>
            <p:nvPr/>
          </p:nvSpPr>
          <p:spPr>
            <a:xfrm>
              <a:off x="2770718" y="491116"/>
              <a:ext cx="424126" cy="179081"/>
            </a:xfrm>
            <a:custGeom>
              <a:avLst/>
              <a:gdLst/>
              <a:ahLst/>
              <a:cxnLst/>
              <a:rect l="l" t="t" r="r" b="b"/>
              <a:pathLst>
                <a:path w="8680" h="3665" fill="none" extrusionOk="0">
                  <a:moveTo>
                    <a:pt x="8680" y="3665"/>
                  </a:moveTo>
                  <a:lnTo>
                    <a:pt x="1" y="1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3" name="Google Shape;2553;p52"/>
            <p:cNvSpPr/>
            <p:nvPr/>
          </p:nvSpPr>
          <p:spPr>
            <a:xfrm>
              <a:off x="2781077" y="443035"/>
              <a:ext cx="456180" cy="62251"/>
            </a:xfrm>
            <a:custGeom>
              <a:avLst/>
              <a:gdLst/>
              <a:ahLst/>
              <a:cxnLst/>
              <a:rect l="l" t="t" r="r" b="b"/>
              <a:pathLst>
                <a:path w="9336" h="1274" fill="none" extrusionOk="0">
                  <a:moveTo>
                    <a:pt x="9336" y="1274"/>
                  </a:moveTo>
                  <a:lnTo>
                    <a:pt x="1" y="1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4" name="Google Shape;2554;p52"/>
            <p:cNvSpPr/>
            <p:nvPr/>
          </p:nvSpPr>
          <p:spPr>
            <a:xfrm>
              <a:off x="2778292" y="335635"/>
              <a:ext cx="457109" cy="58440"/>
            </a:xfrm>
            <a:custGeom>
              <a:avLst/>
              <a:gdLst/>
              <a:ahLst/>
              <a:cxnLst/>
              <a:rect l="l" t="t" r="r" b="b"/>
              <a:pathLst>
                <a:path w="9355" h="1196" fill="none" extrusionOk="0">
                  <a:moveTo>
                    <a:pt x="9354" y="0"/>
                  </a:moveTo>
                  <a:lnTo>
                    <a:pt x="0" y="1196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5" name="Google Shape;2555;p52"/>
            <p:cNvSpPr/>
            <p:nvPr/>
          </p:nvSpPr>
          <p:spPr>
            <a:xfrm>
              <a:off x="2763194" y="172579"/>
              <a:ext cx="426032" cy="174390"/>
            </a:xfrm>
            <a:custGeom>
              <a:avLst/>
              <a:gdLst/>
              <a:ahLst/>
              <a:cxnLst/>
              <a:rect l="l" t="t" r="r" b="b"/>
              <a:pathLst>
                <a:path w="8719" h="3569" fill="none" extrusionOk="0">
                  <a:moveTo>
                    <a:pt x="8718" y="1"/>
                  </a:moveTo>
                  <a:lnTo>
                    <a:pt x="1" y="3569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6" name="Google Shape;2556;p52"/>
            <p:cNvSpPr/>
            <p:nvPr/>
          </p:nvSpPr>
          <p:spPr>
            <a:xfrm>
              <a:off x="2735879" y="27457"/>
              <a:ext cx="366615" cy="278076"/>
            </a:xfrm>
            <a:custGeom>
              <a:avLst/>
              <a:gdLst/>
              <a:ahLst/>
              <a:cxnLst/>
              <a:rect l="l" t="t" r="r" b="b"/>
              <a:pathLst>
                <a:path w="7503" h="5691" fill="none" extrusionOk="0">
                  <a:moveTo>
                    <a:pt x="7503" y="0"/>
                  </a:moveTo>
                  <a:lnTo>
                    <a:pt x="0" y="569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7" name="Google Shape;2557;p52"/>
            <p:cNvSpPr/>
            <p:nvPr/>
          </p:nvSpPr>
          <p:spPr>
            <a:xfrm>
              <a:off x="2699135" y="-91280"/>
              <a:ext cx="282767" cy="364759"/>
            </a:xfrm>
            <a:custGeom>
              <a:avLst/>
              <a:gdLst/>
              <a:ahLst/>
              <a:cxnLst/>
              <a:rect l="l" t="t" r="r" b="b"/>
              <a:pathLst>
                <a:path w="5787" h="7465" fill="none" extrusionOk="0">
                  <a:moveTo>
                    <a:pt x="5786" y="0"/>
                  </a:moveTo>
                  <a:lnTo>
                    <a:pt x="0" y="7464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8" name="Google Shape;2558;p52"/>
            <p:cNvSpPr/>
            <p:nvPr/>
          </p:nvSpPr>
          <p:spPr>
            <a:xfrm>
              <a:off x="2655744" y="-174200"/>
              <a:ext cx="178153" cy="425055"/>
            </a:xfrm>
            <a:custGeom>
              <a:avLst/>
              <a:gdLst/>
              <a:ahLst/>
              <a:cxnLst/>
              <a:rect l="l" t="t" r="r" b="b"/>
              <a:pathLst>
                <a:path w="3646" h="8699" fill="none" extrusionOk="0">
                  <a:moveTo>
                    <a:pt x="3646" y="0"/>
                  </a:moveTo>
                  <a:lnTo>
                    <a:pt x="1" y="8698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559" name="Google Shape;2559;p52"/>
          <p:cNvGrpSpPr/>
          <p:nvPr/>
        </p:nvGrpSpPr>
        <p:grpSpPr>
          <a:xfrm flipH="1">
            <a:off x="-467701" y="3429220"/>
            <a:ext cx="1965289" cy="517060"/>
            <a:chOff x="3539975" y="3523525"/>
            <a:chExt cx="745925" cy="196250"/>
          </a:xfrm>
        </p:grpSpPr>
        <p:sp>
          <p:nvSpPr>
            <p:cNvPr id="2560" name="Google Shape;2560;p52"/>
            <p:cNvSpPr/>
            <p:nvPr/>
          </p:nvSpPr>
          <p:spPr>
            <a:xfrm>
              <a:off x="3539975" y="3523525"/>
              <a:ext cx="196250" cy="196250"/>
            </a:xfrm>
            <a:custGeom>
              <a:avLst/>
              <a:gdLst/>
              <a:ahLst/>
              <a:cxnLst/>
              <a:rect l="l" t="t" r="r" b="b"/>
              <a:pathLst>
                <a:path w="7850" h="7850" fill="none" extrusionOk="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1" name="Google Shape;2561;p52"/>
            <p:cNvSpPr/>
            <p:nvPr/>
          </p:nvSpPr>
          <p:spPr>
            <a:xfrm>
              <a:off x="3576625" y="3523525"/>
              <a:ext cx="196250" cy="196250"/>
            </a:xfrm>
            <a:custGeom>
              <a:avLst/>
              <a:gdLst/>
              <a:ahLst/>
              <a:cxnLst/>
              <a:rect l="l" t="t" r="r" b="b"/>
              <a:pathLst>
                <a:path w="7850" h="7850" fill="none" extrusionOk="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2" name="Google Shape;2562;p52"/>
            <p:cNvSpPr/>
            <p:nvPr/>
          </p:nvSpPr>
          <p:spPr>
            <a:xfrm>
              <a:off x="3613250" y="3523525"/>
              <a:ext cx="196275" cy="196250"/>
            </a:xfrm>
            <a:custGeom>
              <a:avLst/>
              <a:gdLst/>
              <a:ahLst/>
              <a:cxnLst/>
              <a:rect l="l" t="t" r="r" b="b"/>
              <a:pathLst>
                <a:path w="7851" h="7850" fill="none" extrusionOk="0">
                  <a:moveTo>
                    <a:pt x="1" y="0"/>
                  </a:moveTo>
                  <a:lnTo>
                    <a:pt x="7851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3" name="Google Shape;2563;p52"/>
            <p:cNvSpPr/>
            <p:nvPr/>
          </p:nvSpPr>
          <p:spPr>
            <a:xfrm>
              <a:off x="3649900" y="3523525"/>
              <a:ext cx="196275" cy="196250"/>
            </a:xfrm>
            <a:custGeom>
              <a:avLst/>
              <a:gdLst/>
              <a:ahLst/>
              <a:cxnLst/>
              <a:rect l="l" t="t" r="r" b="b"/>
              <a:pathLst>
                <a:path w="7851" h="7850" fill="none" extrusionOk="0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4" name="Google Shape;2564;p52"/>
            <p:cNvSpPr/>
            <p:nvPr/>
          </p:nvSpPr>
          <p:spPr>
            <a:xfrm>
              <a:off x="3686550" y="3523525"/>
              <a:ext cx="196275" cy="196250"/>
            </a:xfrm>
            <a:custGeom>
              <a:avLst/>
              <a:gdLst/>
              <a:ahLst/>
              <a:cxnLst/>
              <a:rect l="l" t="t" r="r" b="b"/>
              <a:pathLst>
                <a:path w="7851" h="7850" fill="none" extrusionOk="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5" name="Google Shape;2565;p52"/>
            <p:cNvSpPr/>
            <p:nvPr/>
          </p:nvSpPr>
          <p:spPr>
            <a:xfrm>
              <a:off x="3723200" y="3523525"/>
              <a:ext cx="196250" cy="196250"/>
            </a:xfrm>
            <a:custGeom>
              <a:avLst/>
              <a:gdLst/>
              <a:ahLst/>
              <a:cxnLst/>
              <a:rect l="l" t="t" r="r" b="b"/>
              <a:pathLst>
                <a:path w="7850" h="7850" fill="none" extrusionOk="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6" name="Google Shape;2566;p52"/>
            <p:cNvSpPr/>
            <p:nvPr/>
          </p:nvSpPr>
          <p:spPr>
            <a:xfrm>
              <a:off x="3759825" y="3523525"/>
              <a:ext cx="196275" cy="196250"/>
            </a:xfrm>
            <a:custGeom>
              <a:avLst/>
              <a:gdLst/>
              <a:ahLst/>
              <a:cxnLst/>
              <a:rect l="l" t="t" r="r" b="b"/>
              <a:pathLst>
                <a:path w="7851" h="7850" fill="none" extrusionOk="0">
                  <a:moveTo>
                    <a:pt x="1" y="0"/>
                  </a:moveTo>
                  <a:lnTo>
                    <a:pt x="7851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7" name="Google Shape;2567;p52"/>
            <p:cNvSpPr/>
            <p:nvPr/>
          </p:nvSpPr>
          <p:spPr>
            <a:xfrm>
              <a:off x="3796475" y="3523525"/>
              <a:ext cx="196275" cy="196250"/>
            </a:xfrm>
            <a:custGeom>
              <a:avLst/>
              <a:gdLst/>
              <a:ahLst/>
              <a:cxnLst/>
              <a:rect l="l" t="t" r="r" b="b"/>
              <a:pathLst>
                <a:path w="7851" h="7850" fill="none" extrusionOk="0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8" name="Google Shape;2568;p52"/>
            <p:cNvSpPr/>
            <p:nvPr/>
          </p:nvSpPr>
          <p:spPr>
            <a:xfrm>
              <a:off x="3833125" y="3523525"/>
              <a:ext cx="196275" cy="196250"/>
            </a:xfrm>
            <a:custGeom>
              <a:avLst/>
              <a:gdLst/>
              <a:ahLst/>
              <a:cxnLst/>
              <a:rect l="l" t="t" r="r" b="b"/>
              <a:pathLst>
                <a:path w="7851" h="7850" fill="none" extrusionOk="0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9" name="Google Shape;2569;p52"/>
            <p:cNvSpPr/>
            <p:nvPr/>
          </p:nvSpPr>
          <p:spPr>
            <a:xfrm>
              <a:off x="3869775" y="3523525"/>
              <a:ext cx="196275" cy="196250"/>
            </a:xfrm>
            <a:custGeom>
              <a:avLst/>
              <a:gdLst/>
              <a:ahLst/>
              <a:cxnLst/>
              <a:rect l="l" t="t" r="r" b="b"/>
              <a:pathLst>
                <a:path w="7851" h="7850" fill="none" extrusionOk="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0" name="Google Shape;2570;p52"/>
            <p:cNvSpPr/>
            <p:nvPr/>
          </p:nvSpPr>
          <p:spPr>
            <a:xfrm>
              <a:off x="3906425" y="3523525"/>
              <a:ext cx="196250" cy="196250"/>
            </a:xfrm>
            <a:custGeom>
              <a:avLst/>
              <a:gdLst/>
              <a:ahLst/>
              <a:cxnLst/>
              <a:rect l="l" t="t" r="r" b="b"/>
              <a:pathLst>
                <a:path w="7850" h="7850" fill="none" extrusionOk="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1" name="Google Shape;2571;p52"/>
            <p:cNvSpPr/>
            <p:nvPr/>
          </p:nvSpPr>
          <p:spPr>
            <a:xfrm>
              <a:off x="3943050" y="3523525"/>
              <a:ext cx="196275" cy="196250"/>
            </a:xfrm>
            <a:custGeom>
              <a:avLst/>
              <a:gdLst/>
              <a:ahLst/>
              <a:cxnLst/>
              <a:rect l="l" t="t" r="r" b="b"/>
              <a:pathLst>
                <a:path w="7851" h="7850" fill="none" extrusionOk="0">
                  <a:moveTo>
                    <a:pt x="1" y="0"/>
                  </a:moveTo>
                  <a:lnTo>
                    <a:pt x="7851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2" name="Google Shape;2572;p52"/>
            <p:cNvSpPr/>
            <p:nvPr/>
          </p:nvSpPr>
          <p:spPr>
            <a:xfrm>
              <a:off x="3979700" y="3523525"/>
              <a:ext cx="196275" cy="196250"/>
            </a:xfrm>
            <a:custGeom>
              <a:avLst/>
              <a:gdLst/>
              <a:ahLst/>
              <a:cxnLst/>
              <a:rect l="l" t="t" r="r" b="b"/>
              <a:pathLst>
                <a:path w="7851" h="7850" fill="none" extrusionOk="0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3" name="Google Shape;2573;p52"/>
            <p:cNvSpPr/>
            <p:nvPr/>
          </p:nvSpPr>
          <p:spPr>
            <a:xfrm>
              <a:off x="4016350" y="3523525"/>
              <a:ext cx="196275" cy="196250"/>
            </a:xfrm>
            <a:custGeom>
              <a:avLst/>
              <a:gdLst/>
              <a:ahLst/>
              <a:cxnLst/>
              <a:rect l="l" t="t" r="r" b="b"/>
              <a:pathLst>
                <a:path w="7851" h="7850" fill="none" extrusionOk="0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4" name="Google Shape;2574;p52"/>
            <p:cNvSpPr/>
            <p:nvPr/>
          </p:nvSpPr>
          <p:spPr>
            <a:xfrm>
              <a:off x="4053000" y="3523525"/>
              <a:ext cx="196250" cy="196250"/>
            </a:xfrm>
            <a:custGeom>
              <a:avLst/>
              <a:gdLst/>
              <a:ahLst/>
              <a:cxnLst/>
              <a:rect l="l" t="t" r="r" b="b"/>
              <a:pathLst>
                <a:path w="7850" h="7850" fill="none" extrusionOk="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5" name="Google Shape;2575;p52"/>
            <p:cNvSpPr/>
            <p:nvPr/>
          </p:nvSpPr>
          <p:spPr>
            <a:xfrm>
              <a:off x="4089650" y="3523525"/>
              <a:ext cx="196250" cy="196250"/>
            </a:xfrm>
            <a:custGeom>
              <a:avLst/>
              <a:gdLst/>
              <a:ahLst/>
              <a:cxnLst/>
              <a:rect l="l" t="t" r="r" b="b"/>
              <a:pathLst>
                <a:path w="7850" h="7850" fill="none" extrusionOk="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2576" name="Google Shape;2576;p5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flipH="1">
            <a:off x="-403499" y="-646075"/>
            <a:ext cx="2527512" cy="2681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dk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5500" y="538250"/>
            <a:ext cx="7713000" cy="4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Aldrich"/>
              <a:buNone/>
              <a:defRPr sz="2900">
                <a:solidFill>
                  <a:schemeClr val="lt1"/>
                </a:solidFill>
                <a:latin typeface="Aldrich"/>
                <a:ea typeface="Aldrich"/>
                <a:cs typeface="Aldrich"/>
                <a:sym typeface="Aldrich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Aldrich"/>
              <a:buNone/>
              <a:defRPr sz="2900">
                <a:solidFill>
                  <a:schemeClr val="lt1"/>
                </a:solidFill>
                <a:latin typeface="Aldrich"/>
                <a:ea typeface="Aldrich"/>
                <a:cs typeface="Aldrich"/>
                <a:sym typeface="Aldrich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Aldrich"/>
              <a:buNone/>
              <a:defRPr sz="2900">
                <a:solidFill>
                  <a:schemeClr val="lt1"/>
                </a:solidFill>
                <a:latin typeface="Aldrich"/>
                <a:ea typeface="Aldrich"/>
                <a:cs typeface="Aldrich"/>
                <a:sym typeface="Aldrich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Aldrich"/>
              <a:buNone/>
              <a:defRPr sz="2900">
                <a:solidFill>
                  <a:schemeClr val="lt1"/>
                </a:solidFill>
                <a:latin typeface="Aldrich"/>
                <a:ea typeface="Aldrich"/>
                <a:cs typeface="Aldrich"/>
                <a:sym typeface="Aldrich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Aldrich"/>
              <a:buNone/>
              <a:defRPr sz="2900">
                <a:solidFill>
                  <a:schemeClr val="lt1"/>
                </a:solidFill>
                <a:latin typeface="Aldrich"/>
                <a:ea typeface="Aldrich"/>
                <a:cs typeface="Aldrich"/>
                <a:sym typeface="Aldrich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Aldrich"/>
              <a:buNone/>
              <a:defRPr sz="2900">
                <a:solidFill>
                  <a:schemeClr val="lt1"/>
                </a:solidFill>
                <a:latin typeface="Aldrich"/>
                <a:ea typeface="Aldrich"/>
                <a:cs typeface="Aldrich"/>
                <a:sym typeface="Aldrich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Aldrich"/>
              <a:buNone/>
              <a:defRPr sz="2900">
                <a:solidFill>
                  <a:schemeClr val="lt1"/>
                </a:solidFill>
                <a:latin typeface="Aldrich"/>
                <a:ea typeface="Aldrich"/>
                <a:cs typeface="Aldrich"/>
                <a:sym typeface="Aldrich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Aldrich"/>
              <a:buNone/>
              <a:defRPr sz="2900">
                <a:solidFill>
                  <a:schemeClr val="lt1"/>
                </a:solidFill>
                <a:latin typeface="Aldrich"/>
                <a:ea typeface="Aldrich"/>
                <a:cs typeface="Aldrich"/>
                <a:sym typeface="Aldrich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Aldrich"/>
              <a:buNone/>
              <a:defRPr sz="2900">
                <a:solidFill>
                  <a:schemeClr val="lt1"/>
                </a:solidFill>
                <a:latin typeface="Aldrich"/>
                <a:ea typeface="Aldrich"/>
                <a:cs typeface="Aldrich"/>
                <a:sym typeface="Aldrich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5550" y="1152475"/>
            <a:ext cx="7713000" cy="345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Bai Jamjuree"/>
              <a:buChar char="●"/>
              <a:defRPr>
                <a:solidFill>
                  <a:schemeClr val="lt1"/>
                </a:solidFill>
                <a:latin typeface="Bai Jamjuree"/>
                <a:ea typeface="Bai Jamjuree"/>
                <a:cs typeface="Bai Jamjuree"/>
                <a:sym typeface="Bai Jamjuree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Bai Jamjuree"/>
              <a:buChar char="○"/>
              <a:defRPr>
                <a:solidFill>
                  <a:schemeClr val="lt1"/>
                </a:solidFill>
                <a:latin typeface="Bai Jamjuree"/>
                <a:ea typeface="Bai Jamjuree"/>
                <a:cs typeface="Bai Jamjuree"/>
                <a:sym typeface="Bai Jamjuree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Bai Jamjuree"/>
              <a:buChar char="■"/>
              <a:defRPr>
                <a:solidFill>
                  <a:schemeClr val="lt1"/>
                </a:solidFill>
                <a:latin typeface="Bai Jamjuree"/>
                <a:ea typeface="Bai Jamjuree"/>
                <a:cs typeface="Bai Jamjuree"/>
                <a:sym typeface="Bai Jamjuree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Bai Jamjuree"/>
              <a:buChar char="●"/>
              <a:defRPr>
                <a:solidFill>
                  <a:schemeClr val="lt1"/>
                </a:solidFill>
                <a:latin typeface="Bai Jamjuree"/>
                <a:ea typeface="Bai Jamjuree"/>
                <a:cs typeface="Bai Jamjuree"/>
                <a:sym typeface="Bai Jamjuree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Bai Jamjuree"/>
              <a:buChar char="○"/>
              <a:defRPr>
                <a:solidFill>
                  <a:schemeClr val="lt1"/>
                </a:solidFill>
                <a:latin typeface="Bai Jamjuree"/>
                <a:ea typeface="Bai Jamjuree"/>
                <a:cs typeface="Bai Jamjuree"/>
                <a:sym typeface="Bai Jamjuree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Bai Jamjuree"/>
              <a:buChar char="■"/>
              <a:defRPr>
                <a:solidFill>
                  <a:schemeClr val="lt1"/>
                </a:solidFill>
                <a:latin typeface="Bai Jamjuree"/>
                <a:ea typeface="Bai Jamjuree"/>
                <a:cs typeface="Bai Jamjuree"/>
                <a:sym typeface="Bai Jamjuree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Bai Jamjuree"/>
              <a:buChar char="●"/>
              <a:defRPr>
                <a:solidFill>
                  <a:schemeClr val="lt1"/>
                </a:solidFill>
                <a:latin typeface="Bai Jamjuree"/>
                <a:ea typeface="Bai Jamjuree"/>
                <a:cs typeface="Bai Jamjuree"/>
                <a:sym typeface="Bai Jamjuree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Bai Jamjuree"/>
              <a:buChar char="○"/>
              <a:defRPr>
                <a:solidFill>
                  <a:schemeClr val="lt1"/>
                </a:solidFill>
                <a:latin typeface="Bai Jamjuree"/>
                <a:ea typeface="Bai Jamjuree"/>
                <a:cs typeface="Bai Jamjuree"/>
                <a:sym typeface="Bai Jamjuree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Bai Jamjuree"/>
              <a:buChar char="■"/>
              <a:defRPr>
                <a:solidFill>
                  <a:schemeClr val="lt1"/>
                </a:solidFill>
                <a:latin typeface="Bai Jamjuree"/>
                <a:ea typeface="Bai Jamjuree"/>
                <a:cs typeface="Bai Jamjuree"/>
                <a:sym typeface="Bai Jamjuree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5" r:id="rId3"/>
    <p:sldLayoutId id="2147483658" r:id="rId4"/>
    <p:sldLayoutId id="2147483659" r:id="rId5"/>
    <p:sldLayoutId id="2147483678" r:id="rId6"/>
    <p:sldLayoutId id="2147483679" r:id="rId7"/>
    <p:sldLayoutId id="2147483684" r:id="rId8"/>
    <p:sldLayoutId id="2147483692" r:id="rId9"/>
    <p:sldLayoutId id="2147483697" r:id="rId10"/>
    <p:sldLayoutId id="2147483698" r:id="rId11"/>
  </p:sldLayoutIdLst>
  <mc:AlternateContent xmlns:mc="http://schemas.openxmlformats.org/markup-compatibility/2006" xmlns:p14="http://schemas.microsoft.com/office/powerpoint/2010/main">
    <mc:Choice Requires="p14">
      <p:transition spd="med" p14:dur="600">
        <p:fade thruBlk="1"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med">
        <p:fade/>
      </p:transition>
    </mc:Fallback>
  </mc:AlternateConten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9.jp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9.xml"/><Relationship Id="rId4" Type="http://schemas.openxmlformats.org/officeDocument/2006/relationships/slide" Target="slide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Relationship Id="rId4" Type="http://schemas.openxmlformats.org/officeDocument/2006/relationships/slide" Target="slide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2.png"/><Relationship Id="rId7" Type="http://schemas.openxmlformats.org/officeDocument/2006/relationships/image" Target="../media/image15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slide" Target="slide2.xml"/><Relationship Id="rId9" Type="http://schemas.openxmlformats.org/officeDocument/2006/relationships/image" Target="../media/image17.jp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1" name="Google Shape;2591;p58"/>
          <p:cNvSpPr txBox="1">
            <a:spLocks noGrp="1"/>
          </p:cNvSpPr>
          <p:nvPr>
            <p:ph type="ctrTitle"/>
          </p:nvPr>
        </p:nvSpPr>
        <p:spPr>
          <a:xfrm>
            <a:off x="947057" y="1110343"/>
            <a:ext cx="6825343" cy="1469572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200"/>
              </a:spcAft>
              <a:buNone/>
            </a:pPr>
            <a:r>
              <a:rPr lang="en" sz="3200" dirty="0" smtClean="0"/>
              <a:t>SmartFeed: </a:t>
            </a:r>
            <a:r>
              <a:rPr lang="en" sz="3200" dirty="0" smtClean="0">
                <a:solidFill>
                  <a:schemeClr val="dk2"/>
                </a:solidFill>
              </a:rPr>
              <a:t>Personalized News Aggregator with Intellegent Recom</a:t>
            </a:r>
            <a:r>
              <a:rPr lang="en-US" sz="3200" dirty="0" smtClean="0">
                <a:solidFill>
                  <a:schemeClr val="dk2"/>
                </a:solidFill>
              </a:rPr>
              <a:t>m</a:t>
            </a:r>
            <a:r>
              <a:rPr lang="en" sz="3200" dirty="0" smtClean="0">
                <a:solidFill>
                  <a:schemeClr val="dk2"/>
                </a:solidFill>
              </a:rPr>
              <a:t>endation</a:t>
            </a:r>
            <a:endParaRPr sz="3200" dirty="0">
              <a:solidFill>
                <a:schemeClr val="dk2"/>
              </a:solidFill>
            </a:endParaRPr>
          </a:p>
        </p:txBody>
      </p:sp>
      <p:sp>
        <p:nvSpPr>
          <p:cNvPr id="2592" name="Google Shape;2592;p58"/>
          <p:cNvSpPr txBox="1">
            <a:spLocks noGrp="1"/>
          </p:cNvSpPr>
          <p:nvPr>
            <p:ph type="subTitle" idx="1"/>
          </p:nvPr>
        </p:nvSpPr>
        <p:spPr>
          <a:xfrm>
            <a:off x="2154091" y="2836640"/>
            <a:ext cx="4757492" cy="3780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/>
          <a:p>
            <a:pPr marL="0" lvl="0" indent="0" algn="l">
              <a:buClr>
                <a:schemeClr val="dk1"/>
              </a:buClr>
              <a:buSzPts val="1100"/>
            </a:pPr>
            <a:r>
              <a:rPr lang="en-US" dirty="0" smtClean="0"/>
              <a:t>Supervisor: </a:t>
            </a:r>
            <a:r>
              <a:rPr lang="en-US" b="1" dirty="0">
                <a:solidFill>
                  <a:schemeClr val="dk2"/>
                </a:solidFill>
                <a:latin typeface="Bai Jamjuree" panose="020B0604020202020204" charset="-34"/>
                <a:ea typeface="Aldrich"/>
                <a:cs typeface="Bai Jamjuree" panose="020B0604020202020204" charset="-34"/>
              </a:rPr>
              <a:t>Mr. Muhammad </a:t>
            </a:r>
            <a:r>
              <a:rPr lang="en-US" b="1" dirty="0" err="1">
                <a:solidFill>
                  <a:schemeClr val="dk2"/>
                </a:solidFill>
                <a:latin typeface="Bai Jamjuree" panose="020B0604020202020204" charset="-34"/>
                <a:ea typeface="Aldrich"/>
                <a:cs typeface="Bai Jamjuree" panose="020B0604020202020204" charset="-34"/>
              </a:rPr>
              <a:t>Ahtesham</a:t>
            </a:r>
            <a:r>
              <a:rPr lang="en-US" b="1" dirty="0">
                <a:solidFill>
                  <a:schemeClr val="dk2"/>
                </a:solidFill>
                <a:latin typeface="Bai Jamjuree" panose="020B0604020202020204" charset="-34"/>
                <a:ea typeface="Aldrich"/>
                <a:cs typeface="Bai Jamjuree" panose="020B0604020202020204" charset="-34"/>
              </a:rPr>
              <a:t> Noor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lang="en-US" dirty="0" smtClean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dirty="0" smtClean="0"/>
              <a:t>                            </a:t>
            </a:r>
            <a:endParaRPr dirty="0"/>
          </a:p>
        </p:txBody>
      </p:sp>
      <p:sp>
        <p:nvSpPr>
          <p:cNvPr id="2593" name="Google Shape;2593;p58"/>
          <p:cNvSpPr/>
          <p:nvPr/>
        </p:nvSpPr>
        <p:spPr>
          <a:xfrm>
            <a:off x="715550" y="2391735"/>
            <a:ext cx="555517" cy="554294"/>
          </a:xfrm>
          <a:custGeom>
            <a:avLst/>
            <a:gdLst/>
            <a:ahLst/>
            <a:cxnLst/>
            <a:rect l="l" t="t" r="r" b="b"/>
            <a:pathLst>
              <a:path w="11362" h="11337" extrusionOk="0">
                <a:moveTo>
                  <a:pt x="11362" y="5668"/>
                </a:moveTo>
                <a:cubicBezTo>
                  <a:pt x="11362" y="8798"/>
                  <a:pt x="8823" y="11337"/>
                  <a:pt x="5669" y="11337"/>
                </a:cubicBezTo>
                <a:cubicBezTo>
                  <a:pt x="2539" y="11337"/>
                  <a:pt x="1" y="8798"/>
                  <a:pt x="1" y="5668"/>
                </a:cubicBezTo>
                <a:cubicBezTo>
                  <a:pt x="1" y="2539"/>
                  <a:pt x="2539" y="0"/>
                  <a:pt x="5669" y="0"/>
                </a:cubicBezTo>
                <a:cubicBezTo>
                  <a:pt x="8823" y="0"/>
                  <a:pt x="11362" y="2539"/>
                  <a:pt x="11362" y="5668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2594" name="Google Shape;2594;p58"/>
          <p:cNvCxnSpPr/>
          <p:nvPr/>
        </p:nvCxnSpPr>
        <p:spPr>
          <a:xfrm>
            <a:off x="1824587" y="2502405"/>
            <a:ext cx="5416500" cy="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2" name="Google Shape;2592;p58"/>
          <p:cNvSpPr txBox="1">
            <a:spLocks/>
          </p:cNvSpPr>
          <p:nvPr/>
        </p:nvSpPr>
        <p:spPr>
          <a:xfrm>
            <a:off x="2154091" y="2523221"/>
            <a:ext cx="4465704" cy="37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Bai Jamjuree"/>
              <a:buNone/>
              <a:defRPr sz="1700" b="0" i="0" u="none" strike="noStrike" cap="none">
                <a:solidFill>
                  <a:schemeClr val="lt1"/>
                </a:solidFill>
                <a:latin typeface="Bai Jamjuree"/>
                <a:ea typeface="Bai Jamjuree"/>
                <a:cs typeface="Bai Jamjuree"/>
                <a:sym typeface="Bai Jamjuree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Bai Jamjuree"/>
              <a:buNone/>
              <a:defRPr sz="2800" b="0" i="0" u="none" strike="noStrike" cap="none">
                <a:solidFill>
                  <a:schemeClr val="lt1"/>
                </a:solidFill>
                <a:latin typeface="Bai Jamjuree"/>
                <a:ea typeface="Bai Jamjuree"/>
                <a:cs typeface="Bai Jamjuree"/>
                <a:sym typeface="Bai Jamjuree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Bai Jamjuree"/>
              <a:buNone/>
              <a:defRPr sz="2800" b="0" i="0" u="none" strike="noStrike" cap="none">
                <a:solidFill>
                  <a:schemeClr val="lt1"/>
                </a:solidFill>
                <a:latin typeface="Bai Jamjuree"/>
                <a:ea typeface="Bai Jamjuree"/>
                <a:cs typeface="Bai Jamjuree"/>
                <a:sym typeface="Bai Jamjuree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Bai Jamjuree"/>
              <a:buNone/>
              <a:defRPr sz="2800" b="0" i="0" u="none" strike="noStrike" cap="none">
                <a:solidFill>
                  <a:schemeClr val="lt1"/>
                </a:solidFill>
                <a:latin typeface="Bai Jamjuree"/>
                <a:ea typeface="Bai Jamjuree"/>
                <a:cs typeface="Bai Jamjuree"/>
                <a:sym typeface="Bai Jamjuree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Bai Jamjuree"/>
              <a:buNone/>
              <a:defRPr sz="2800" b="0" i="0" u="none" strike="noStrike" cap="none">
                <a:solidFill>
                  <a:schemeClr val="lt1"/>
                </a:solidFill>
                <a:latin typeface="Bai Jamjuree"/>
                <a:ea typeface="Bai Jamjuree"/>
                <a:cs typeface="Bai Jamjuree"/>
                <a:sym typeface="Bai Jamjuree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Bai Jamjuree"/>
              <a:buNone/>
              <a:defRPr sz="2800" b="0" i="0" u="none" strike="noStrike" cap="none">
                <a:solidFill>
                  <a:schemeClr val="lt1"/>
                </a:solidFill>
                <a:latin typeface="Bai Jamjuree"/>
                <a:ea typeface="Bai Jamjuree"/>
                <a:cs typeface="Bai Jamjuree"/>
                <a:sym typeface="Bai Jamjuree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Bai Jamjuree"/>
              <a:buNone/>
              <a:defRPr sz="2800" b="0" i="0" u="none" strike="noStrike" cap="none">
                <a:solidFill>
                  <a:schemeClr val="lt1"/>
                </a:solidFill>
                <a:latin typeface="Bai Jamjuree"/>
                <a:ea typeface="Bai Jamjuree"/>
                <a:cs typeface="Bai Jamjuree"/>
                <a:sym typeface="Bai Jamjuree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Bai Jamjuree"/>
              <a:buNone/>
              <a:defRPr sz="2800" b="0" i="0" u="none" strike="noStrike" cap="none">
                <a:solidFill>
                  <a:schemeClr val="lt1"/>
                </a:solidFill>
                <a:latin typeface="Bai Jamjuree"/>
                <a:ea typeface="Bai Jamjuree"/>
                <a:cs typeface="Bai Jamjuree"/>
                <a:sym typeface="Bai Jamjuree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Bai Jamjuree"/>
              <a:buNone/>
              <a:defRPr sz="2800" b="0" i="0" u="none" strike="noStrike" cap="none">
                <a:solidFill>
                  <a:schemeClr val="lt1"/>
                </a:solidFill>
                <a:latin typeface="Bai Jamjuree"/>
                <a:ea typeface="Bai Jamjuree"/>
                <a:cs typeface="Bai Jamjuree"/>
                <a:sym typeface="Bai Jamjuree"/>
              </a:defRPr>
            </a:lvl9pPr>
          </a:lstStyle>
          <a:p>
            <a:pPr marL="0" indent="0" algn="l">
              <a:buClr>
                <a:schemeClr val="dk1"/>
              </a:buClr>
              <a:buSzPts val="1100"/>
              <a:buFont typeface="Arial"/>
              <a:buNone/>
            </a:pPr>
            <a:r>
              <a:rPr lang="en-US" dirty="0" smtClean="0"/>
              <a:t>Project ID: </a:t>
            </a:r>
            <a:r>
              <a:rPr lang="en-US" b="1" dirty="0">
                <a:solidFill>
                  <a:schemeClr val="dk2"/>
                </a:solidFill>
                <a:latin typeface="Bai Jamjuree" panose="020B0604020202020204" charset="-34"/>
                <a:ea typeface="Aldrich"/>
                <a:cs typeface="Bai Jamjuree" panose="020B0604020202020204" charset="-34"/>
                <a:sym typeface="Aldrich"/>
              </a:rPr>
              <a:t>CS-S24-22</a:t>
            </a:r>
          </a:p>
          <a:p>
            <a:pPr marL="0" indent="0">
              <a:buClr>
                <a:schemeClr val="dk1"/>
              </a:buClr>
              <a:buSzPts val="1100"/>
              <a:buFont typeface="Arial"/>
              <a:buNone/>
            </a:pPr>
            <a:endParaRPr lang="en-US" dirty="0" smtClean="0"/>
          </a:p>
          <a:p>
            <a:pPr marL="0" indent="0">
              <a:buClr>
                <a:schemeClr val="dk1"/>
              </a:buClr>
              <a:buSzPts val="1100"/>
              <a:buFont typeface="Arial"/>
              <a:buNone/>
            </a:pPr>
            <a:r>
              <a:rPr lang="en-US" dirty="0" smtClean="0"/>
              <a:t>                            </a:t>
            </a:r>
            <a:endParaRPr lang="en-US" dirty="0"/>
          </a:p>
        </p:txBody>
      </p:sp>
      <p:sp>
        <p:nvSpPr>
          <p:cNvPr id="13" name="Google Shape;2592;p58"/>
          <p:cNvSpPr txBox="1">
            <a:spLocks/>
          </p:cNvSpPr>
          <p:nvPr/>
        </p:nvSpPr>
        <p:spPr>
          <a:xfrm>
            <a:off x="2154091" y="3202754"/>
            <a:ext cx="4465704" cy="37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Bai Jamjuree"/>
              <a:buNone/>
              <a:defRPr sz="1700" b="0" i="0" u="none" strike="noStrike" cap="none">
                <a:solidFill>
                  <a:schemeClr val="lt1"/>
                </a:solidFill>
                <a:latin typeface="Bai Jamjuree"/>
                <a:ea typeface="Bai Jamjuree"/>
                <a:cs typeface="Bai Jamjuree"/>
                <a:sym typeface="Bai Jamjuree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Bai Jamjuree"/>
              <a:buNone/>
              <a:defRPr sz="2800" b="0" i="0" u="none" strike="noStrike" cap="none">
                <a:solidFill>
                  <a:schemeClr val="lt1"/>
                </a:solidFill>
                <a:latin typeface="Bai Jamjuree"/>
                <a:ea typeface="Bai Jamjuree"/>
                <a:cs typeface="Bai Jamjuree"/>
                <a:sym typeface="Bai Jamjuree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Bai Jamjuree"/>
              <a:buNone/>
              <a:defRPr sz="2800" b="0" i="0" u="none" strike="noStrike" cap="none">
                <a:solidFill>
                  <a:schemeClr val="lt1"/>
                </a:solidFill>
                <a:latin typeface="Bai Jamjuree"/>
                <a:ea typeface="Bai Jamjuree"/>
                <a:cs typeface="Bai Jamjuree"/>
                <a:sym typeface="Bai Jamjuree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Bai Jamjuree"/>
              <a:buNone/>
              <a:defRPr sz="2800" b="0" i="0" u="none" strike="noStrike" cap="none">
                <a:solidFill>
                  <a:schemeClr val="lt1"/>
                </a:solidFill>
                <a:latin typeface="Bai Jamjuree"/>
                <a:ea typeface="Bai Jamjuree"/>
                <a:cs typeface="Bai Jamjuree"/>
                <a:sym typeface="Bai Jamjuree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Bai Jamjuree"/>
              <a:buNone/>
              <a:defRPr sz="2800" b="0" i="0" u="none" strike="noStrike" cap="none">
                <a:solidFill>
                  <a:schemeClr val="lt1"/>
                </a:solidFill>
                <a:latin typeface="Bai Jamjuree"/>
                <a:ea typeface="Bai Jamjuree"/>
                <a:cs typeface="Bai Jamjuree"/>
                <a:sym typeface="Bai Jamjuree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Bai Jamjuree"/>
              <a:buNone/>
              <a:defRPr sz="2800" b="0" i="0" u="none" strike="noStrike" cap="none">
                <a:solidFill>
                  <a:schemeClr val="lt1"/>
                </a:solidFill>
                <a:latin typeface="Bai Jamjuree"/>
                <a:ea typeface="Bai Jamjuree"/>
                <a:cs typeface="Bai Jamjuree"/>
                <a:sym typeface="Bai Jamjuree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Bai Jamjuree"/>
              <a:buNone/>
              <a:defRPr sz="2800" b="0" i="0" u="none" strike="noStrike" cap="none">
                <a:solidFill>
                  <a:schemeClr val="lt1"/>
                </a:solidFill>
                <a:latin typeface="Bai Jamjuree"/>
                <a:ea typeface="Bai Jamjuree"/>
                <a:cs typeface="Bai Jamjuree"/>
                <a:sym typeface="Bai Jamjuree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Bai Jamjuree"/>
              <a:buNone/>
              <a:defRPr sz="2800" b="0" i="0" u="none" strike="noStrike" cap="none">
                <a:solidFill>
                  <a:schemeClr val="lt1"/>
                </a:solidFill>
                <a:latin typeface="Bai Jamjuree"/>
                <a:ea typeface="Bai Jamjuree"/>
                <a:cs typeface="Bai Jamjuree"/>
                <a:sym typeface="Bai Jamjuree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Bai Jamjuree"/>
              <a:buNone/>
              <a:defRPr sz="2800" b="0" i="0" u="none" strike="noStrike" cap="none">
                <a:solidFill>
                  <a:schemeClr val="lt1"/>
                </a:solidFill>
                <a:latin typeface="Bai Jamjuree"/>
                <a:ea typeface="Bai Jamjuree"/>
                <a:cs typeface="Bai Jamjuree"/>
                <a:sym typeface="Bai Jamjuree"/>
              </a:defRPr>
            </a:lvl9pPr>
          </a:lstStyle>
          <a:p>
            <a:pPr marL="0" indent="0" algn="l">
              <a:buClr>
                <a:schemeClr val="dk1"/>
              </a:buClr>
              <a:buSzPts val="1100"/>
              <a:buFont typeface="Arial"/>
              <a:buNone/>
            </a:pPr>
            <a:r>
              <a:rPr lang="en-US" dirty="0" smtClean="0"/>
              <a:t>Co-Supervisor: </a:t>
            </a:r>
            <a:r>
              <a:rPr lang="en-US" b="1" dirty="0">
                <a:solidFill>
                  <a:schemeClr val="dk2"/>
                </a:solidFill>
                <a:latin typeface="Bai Jamjuree" panose="020B0604020202020204" charset="-34"/>
                <a:ea typeface="Aldrich"/>
                <a:cs typeface="Bai Jamjuree" panose="020B0604020202020204" charset="-34"/>
              </a:rPr>
              <a:t>Mr. Muhammad Siddique</a:t>
            </a:r>
          </a:p>
          <a:p>
            <a:pPr marL="0" indent="0">
              <a:buClr>
                <a:schemeClr val="dk1"/>
              </a:buClr>
              <a:buSzPts val="1100"/>
              <a:buFont typeface="Arial"/>
              <a:buNone/>
            </a:pPr>
            <a:endParaRPr lang="en-US" dirty="0" smtClean="0"/>
          </a:p>
          <a:p>
            <a:pPr marL="0" indent="0">
              <a:buClr>
                <a:schemeClr val="dk1"/>
              </a:buClr>
              <a:buSzPts val="1100"/>
              <a:buFont typeface="Arial"/>
              <a:buNone/>
            </a:pPr>
            <a:endParaRPr lang="en-US" dirty="0" smtClean="0"/>
          </a:p>
          <a:p>
            <a:pPr marL="0" indent="0">
              <a:buClr>
                <a:schemeClr val="dk1"/>
              </a:buClr>
              <a:buSzPts val="1100"/>
              <a:buFont typeface="Arial"/>
              <a:buNone/>
            </a:pPr>
            <a:r>
              <a:rPr lang="en-US" dirty="0" smtClean="0"/>
              <a:t>                            </a:t>
            </a:r>
            <a:endParaRPr lang="en-US" dirty="0"/>
          </a:p>
        </p:txBody>
      </p:sp>
      <p:sp>
        <p:nvSpPr>
          <p:cNvPr id="14" name="Google Shape;2592;p58"/>
          <p:cNvSpPr txBox="1">
            <a:spLocks/>
          </p:cNvSpPr>
          <p:nvPr/>
        </p:nvSpPr>
        <p:spPr>
          <a:xfrm>
            <a:off x="2154091" y="3580753"/>
            <a:ext cx="5182880" cy="4905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Bai Jamjuree"/>
              <a:buNone/>
              <a:defRPr sz="1700" b="0" i="0" u="none" strike="noStrike" cap="none">
                <a:solidFill>
                  <a:schemeClr val="lt1"/>
                </a:solidFill>
                <a:latin typeface="Bai Jamjuree"/>
                <a:ea typeface="Bai Jamjuree"/>
                <a:cs typeface="Bai Jamjuree"/>
                <a:sym typeface="Bai Jamjuree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Bai Jamjuree"/>
              <a:buNone/>
              <a:defRPr sz="2800" b="0" i="0" u="none" strike="noStrike" cap="none">
                <a:solidFill>
                  <a:schemeClr val="lt1"/>
                </a:solidFill>
                <a:latin typeface="Bai Jamjuree"/>
                <a:ea typeface="Bai Jamjuree"/>
                <a:cs typeface="Bai Jamjuree"/>
                <a:sym typeface="Bai Jamjuree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Bai Jamjuree"/>
              <a:buNone/>
              <a:defRPr sz="2800" b="0" i="0" u="none" strike="noStrike" cap="none">
                <a:solidFill>
                  <a:schemeClr val="lt1"/>
                </a:solidFill>
                <a:latin typeface="Bai Jamjuree"/>
                <a:ea typeface="Bai Jamjuree"/>
                <a:cs typeface="Bai Jamjuree"/>
                <a:sym typeface="Bai Jamjuree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Bai Jamjuree"/>
              <a:buNone/>
              <a:defRPr sz="2800" b="0" i="0" u="none" strike="noStrike" cap="none">
                <a:solidFill>
                  <a:schemeClr val="lt1"/>
                </a:solidFill>
                <a:latin typeface="Bai Jamjuree"/>
                <a:ea typeface="Bai Jamjuree"/>
                <a:cs typeface="Bai Jamjuree"/>
                <a:sym typeface="Bai Jamjuree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Bai Jamjuree"/>
              <a:buNone/>
              <a:defRPr sz="2800" b="0" i="0" u="none" strike="noStrike" cap="none">
                <a:solidFill>
                  <a:schemeClr val="lt1"/>
                </a:solidFill>
                <a:latin typeface="Bai Jamjuree"/>
                <a:ea typeface="Bai Jamjuree"/>
                <a:cs typeface="Bai Jamjuree"/>
                <a:sym typeface="Bai Jamjuree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Bai Jamjuree"/>
              <a:buNone/>
              <a:defRPr sz="2800" b="0" i="0" u="none" strike="noStrike" cap="none">
                <a:solidFill>
                  <a:schemeClr val="lt1"/>
                </a:solidFill>
                <a:latin typeface="Bai Jamjuree"/>
                <a:ea typeface="Bai Jamjuree"/>
                <a:cs typeface="Bai Jamjuree"/>
                <a:sym typeface="Bai Jamjuree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Bai Jamjuree"/>
              <a:buNone/>
              <a:defRPr sz="2800" b="0" i="0" u="none" strike="noStrike" cap="none">
                <a:solidFill>
                  <a:schemeClr val="lt1"/>
                </a:solidFill>
                <a:latin typeface="Bai Jamjuree"/>
                <a:ea typeface="Bai Jamjuree"/>
                <a:cs typeface="Bai Jamjuree"/>
                <a:sym typeface="Bai Jamjuree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Bai Jamjuree"/>
              <a:buNone/>
              <a:defRPr sz="2800" b="0" i="0" u="none" strike="noStrike" cap="none">
                <a:solidFill>
                  <a:schemeClr val="lt1"/>
                </a:solidFill>
                <a:latin typeface="Bai Jamjuree"/>
                <a:ea typeface="Bai Jamjuree"/>
                <a:cs typeface="Bai Jamjuree"/>
                <a:sym typeface="Bai Jamjuree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Bai Jamjuree"/>
              <a:buNone/>
              <a:defRPr sz="2800" b="0" i="0" u="none" strike="noStrike" cap="none">
                <a:solidFill>
                  <a:schemeClr val="lt1"/>
                </a:solidFill>
                <a:latin typeface="Bai Jamjuree"/>
                <a:ea typeface="Bai Jamjuree"/>
                <a:cs typeface="Bai Jamjuree"/>
                <a:sym typeface="Bai Jamjuree"/>
              </a:defRPr>
            </a:lvl9pPr>
          </a:lstStyle>
          <a:p>
            <a:pPr marL="0" indent="0" algn="l">
              <a:buClr>
                <a:schemeClr val="dk1"/>
              </a:buClr>
              <a:buSzPts val="1100"/>
            </a:pPr>
            <a:r>
              <a:rPr lang="en-US" smtClean="0"/>
              <a:t>Team Members: </a:t>
            </a:r>
            <a:r>
              <a:rPr lang="en-US" b="1" dirty="0" err="1">
                <a:solidFill>
                  <a:schemeClr val="dk2"/>
                </a:solidFill>
                <a:latin typeface="Bai Jamjuree" panose="020B0604020202020204" charset="-34"/>
                <a:ea typeface="Aldrich"/>
                <a:cs typeface="Bai Jamjuree" panose="020B0604020202020204" charset="-34"/>
              </a:rPr>
              <a:t>Fazal</a:t>
            </a:r>
            <a:r>
              <a:rPr lang="en-US" b="1" dirty="0">
                <a:solidFill>
                  <a:schemeClr val="dk2"/>
                </a:solidFill>
                <a:latin typeface="Bai Jamjuree" panose="020B0604020202020204" charset="-34"/>
                <a:ea typeface="Aldrich"/>
                <a:cs typeface="Bai Jamjuree" panose="020B0604020202020204" charset="-34"/>
              </a:rPr>
              <a:t> </a:t>
            </a:r>
            <a:r>
              <a:rPr lang="en-US" b="1" dirty="0" err="1">
                <a:solidFill>
                  <a:schemeClr val="dk2"/>
                </a:solidFill>
                <a:latin typeface="Bai Jamjuree" panose="020B0604020202020204" charset="-34"/>
                <a:ea typeface="Aldrich"/>
                <a:cs typeface="Bai Jamjuree" panose="020B0604020202020204" charset="-34"/>
              </a:rPr>
              <a:t>Haq</a:t>
            </a:r>
            <a:r>
              <a:rPr lang="en-US" b="1" dirty="0">
                <a:solidFill>
                  <a:schemeClr val="dk2"/>
                </a:solidFill>
                <a:latin typeface="Bai Jamjuree" panose="020B0604020202020204" charset="-34"/>
                <a:ea typeface="Aldrich"/>
                <a:cs typeface="Bai Jamjuree" panose="020B0604020202020204" charset="-34"/>
              </a:rPr>
              <a:t> {01-134202-024}</a:t>
            </a:r>
          </a:p>
          <a:p>
            <a:pPr marL="0" indent="0" algn="l">
              <a:buClr>
                <a:schemeClr val="dk1"/>
              </a:buClr>
              <a:buSzPts val="1100"/>
              <a:buFont typeface="Arial"/>
              <a:buNone/>
            </a:pPr>
            <a:r>
              <a:rPr lang="en-US" b="1" dirty="0" smtClean="0">
                <a:solidFill>
                  <a:schemeClr val="dk2"/>
                </a:solidFill>
                <a:latin typeface="Bai Jamjuree" panose="020B0604020202020204" charset="-34"/>
                <a:ea typeface="Aldrich"/>
                <a:cs typeface="Bai Jamjuree" panose="020B0604020202020204" charset="-34"/>
              </a:rPr>
              <a:t>                         </a:t>
            </a:r>
            <a:r>
              <a:rPr lang="en-US" b="1" dirty="0" err="1" smtClean="0">
                <a:solidFill>
                  <a:schemeClr val="dk2"/>
                </a:solidFill>
                <a:latin typeface="Bai Jamjuree" panose="020B0604020202020204" charset="-34"/>
                <a:ea typeface="Aldrich"/>
                <a:cs typeface="Bai Jamjuree" panose="020B0604020202020204" charset="-34"/>
              </a:rPr>
              <a:t>Sanan</a:t>
            </a:r>
            <a:r>
              <a:rPr lang="en-US" b="1" dirty="0" smtClean="0">
                <a:solidFill>
                  <a:schemeClr val="dk2"/>
                </a:solidFill>
                <a:latin typeface="Bai Jamjuree" panose="020B0604020202020204" charset="-34"/>
                <a:ea typeface="Aldrich"/>
                <a:cs typeface="Bai Jamjuree" panose="020B0604020202020204" charset="-34"/>
              </a:rPr>
              <a:t> Ahmad {01-134211-083}</a:t>
            </a:r>
            <a:endParaRPr lang="en-US" b="1" dirty="0">
              <a:solidFill>
                <a:schemeClr val="dk2"/>
              </a:solidFill>
              <a:latin typeface="Bai Jamjuree" panose="020B0604020202020204" charset="-34"/>
              <a:ea typeface="Aldrich"/>
              <a:cs typeface="Bai Jamjuree" panose="020B0604020202020204" charset="-34"/>
            </a:endParaRPr>
          </a:p>
          <a:p>
            <a:pPr marL="0" indent="0">
              <a:buClr>
                <a:schemeClr val="dk1"/>
              </a:buClr>
              <a:buSzPts val="1100"/>
              <a:buFont typeface="Arial"/>
              <a:buNone/>
            </a:pPr>
            <a:endParaRPr lang="en-US" dirty="0" smtClean="0"/>
          </a:p>
          <a:p>
            <a:pPr marL="0" indent="0">
              <a:buClr>
                <a:schemeClr val="dk1"/>
              </a:buClr>
              <a:buSzPts val="1100"/>
              <a:buFont typeface="Arial"/>
              <a:buNone/>
            </a:pPr>
            <a:endParaRPr lang="en-US" dirty="0" smtClean="0"/>
          </a:p>
          <a:p>
            <a:pPr marL="0" indent="0">
              <a:buClr>
                <a:schemeClr val="dk1"/>
              </a:buClr>
              <a:buSzPts val="1100"/>
              <a:buFont typeface="Arial"/>
              <a:buNone/>
            </a:pPr>
            <a:r>
              <a:rPr lang="en-US" dirty="0" smtClean="0"/>
              <a:t>                            </a:t>
            </a:r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/>
                                        <p:tgtEl>
                                          <p:spTgt spid="25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1000"/>
                                        <p:tgtEl>
                                          <p:spTgt spid="259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259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59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259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259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92" grpId="0" build="p"/>
      <p:bldP spid="12" grpId="0"/>
      <p:bldP spid="13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2" name="Google Shape;2612;p60"/>
          <p:cNvSpPr/>
          <p:nvPr/>
        </p:nvSpPr>
        <p:spPr>
          <a:xfrm>
            <a:off x="957486" y="3460963"/>
            <a:ext cx="555517" cy="554294"/>
          </a:xfrm>
          <a:custGeom>
            <a:avLst/>
            <a:gdLst/>
            <a:ahLst/>
            <a:cxnLst/>
            <a:rect l="l" t="t" r="r" b="b"/>
            <a:pathLst>
              <a:path w="11362" h="11337" extrusionOk="0">
                <a:moveTo>
                  <a:pt x="11362" y="5668"/>
                </a:moveTo>
                <a:cubicBezTo>
                  <a:pt x="11362" y="8798"/>
                  <a:pt x="8823" y="11337"/>
                  <a:pt x="5669" y="11337"/>
                </a:cubicBezTo>
                <a:cubicBezTo>
                  <a:pt x="2539" y="11337"/>
                  <a:pt x="1" y="8798"/>
                  <a:pt x="1" y="5668"/>
                </a:cubicBezTo>
                <a:cubicBezTo>
                  <a:pt x="1" y="2539"/>
                  <a:pt x="2539" y="0"/>
                  <a:pt x="5669" y="0"/>
                </a:cubicBezTo>
                <a:cubicBezTo>
                  <a:pt x="8823" y="0"/>
                  <a:pt x="11362" y="2539"/>
                  <a:pt x="11362" y="5668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14" name="Google Shape;2614;p60"/>
          <p:cNvSpPr/>
          <p:nvPr/>
        </p:nvSpPr>
        <p:spPr>
          <a:xfrm>
            <a:off x="4989108" y="3037533"/>
            <a:ext cx="555517" cy="554294"/>
          </a:xfrm>
          <a:custGeom>
            <a:avLst/>
            <a:gdLst/>
            <a:ahLst/>
            <a:cxnLst/>
            <a:rect l="l" t="t" r="r" b="b"/>
            <a:pathLst>
              <a:path w="11362" h="11337" extrusionOk="0">
                <a:moveTo>
                  <a:pt x="11362" y="5668"/>
                </a:moveTo>
                <a:cubicBezTo>
                  <a:pt x="11362" y="8798"/>
                  <a:pt x="8823" y="11337"/>
                  <a:pt x="5669" y="11337"/>
                </a:cubicBezTo>
                <a:cubicBezTo>
                  <a:pt x="2539" y="11337"/>
                  <a:pt x="1" y="8798"/>
                  <a:pt x="1" y="5668"/>
                </a:cubicBezTo>
                <a:cubicBezTo>
                  <a:pt x="1" y="2539"/>
                  <a:pt x="2539" y="0"/>
                  <a:pt x="5669" y="0"/>
                </a:cubicBezTo>
                <a:cubicBezTo>
                  <a:pt x="8823" y="0"/>
                  <a:pt x="11362" y="2539"/>
                  <a:pt x="11362" y="5668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15" name="Google Shape;2615;p60"/>
          <p:cNvSpPr/>
          <p:nvPr/>
        </p:nvSpPr>
        <p:spPr>
          <a:xfrm>
            <a:off x="957486" y="2531508"/>
            <a:ext cx="555517" cy="554294"/>
          </a:xfrm>
          <a:custGeom>
            <a:avLst/>
            <a:gdLst/>
            <a:ahLst/>
            <a:cxnLst/>
            <a:rect l="l" t="t" r="r" b="b"/>
            <a:pathLst>
              <a:path w="11362" h="11337" extrusionOk="0">
                <a:moveTo>
                  <a:pt x="11362" y="5668"/>
                </a:moveTo>
                <a:cubicBezTo>
                  <a:pt x="11362" y="8798"/>
                  <a:pt x="8823" y="11337"/>
                  <a:pt x="5669" y="11337"/>
                </a:cubicBezTo>
                <a:cubicBezTo>
                  <a:pt x="2539" y="11337"/>
                  <a:pt x="1" y="8798"/>
                  <a:pt x="1" y="5668"/>
                </a:cubicBezTo>
                <a:cubicBezTo>
                  <a:pt x="1" y="2539"/>
                  <a:pt x="2539" y="0"/>
                  <a:pt x="5669" y="0"/>
                </a:cubicBezTo>
                <a:cubicBezTo>
                  <a:pt x="8823" y="0"/>
                  <a:pt x="11362" y="2539"/>
                  <a:pt x="11362" y="5668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16" name="Google Shape;2616;p60"/>
          <p:cNvSpPr/>
          <p:nvPr/>
        </p:nvSpPr>
        <p:spPr>
          <a:xfrm>
            <a:off x="4840804" y="1613285"/>
            <a:ext cx="555517" cy="554294"/>
          </a:xfrm>
          <a:custGeom>
            <a:avLst/>
            <a:gdLst/>
            <a:ahLst/>
            <a:cxnLst/>
            <a:rect l="l" t="t" r="r" b="b"/>
            <a:pathLst>
              <a:path w="11362" h="11337" extrusionOk="0">
                <a:moveTo>
                  <a:pt x="11362" y="5668"/>
                </a:moveTo>
                <a:cubicBezTo>
                  <a:pt x="11362" y="8798"/>
                  <a:pt x="8823" y="11337"/>
                  <a:pt x="5669" y="11337"/>
                </a:cubicBezTo>
                <a:cubicBezTo>
                  <a:pt x="2539" y="11337"/>
                  <a:pt x="1" y="8798"/>
                  <a:pt x="1" y="5668"/>
                </a:cubicBezTo>
                <a:cubicBezTo>
                  <a:pt x="1" y="2539"/>
                  <a:pt x="2539" y="0"/>
                  <a:pt x="5669" y="0"/>
                </a:cubicBezTo>
                <a:cubicBezTo>
                  <a:pt x="8823" y="0"/>
                  <a:pt x="11362" y="2539"/>
                  <a:pt x="11362" y="5668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17" name="Google Shape;2617;p60"/>
          <p:cNvSpPr/>
          <p:nvPr/>
        </p:nvSpPr>
        <p:spPr>
          <a:xfrm>
            <a:off x="951017" y="1613285"/>
            <a:ext cx="555517" cy="554294"/>
          </a:xfrm>
          <a:custGeom>
            <a:avLst/>
            <a:gdLst/>
            <a:ahLst/>
            <a:cxnLst/>
            <a:rect l="l" t="t" r="r" b="b"/>
            <a:pathLst>
              <a:path w="11362" h="11337" extrusionOk="0">
                <a:moveTo>
                  <a:pt x="11362" y="5668"/>
                </a:moveTo>
                <a:cubicBezTo>
                  <a:pt x="11362" y="8798"/>
                  <a:pt x="8823" y="11337"/>
                  <a:pt x="5669" y="11337"/>
                </a:cubicBezTo>
                <a:cubicBezTo>
                  <a:pt x="2539" y="11337"/>
                  <a:pt x="1" y="8798"/>
                  <a:pt x="1" y="5668"/>
                </a:cubicBezTo>
                <a:cubicBezTo>
                  <a:pt x="1" y="2539"/>
                  <a:pt x="2539" y="0"/>
                  <a:pt x="5669" y="0"/>
                </a:cubicBezTo>
                <a:cubicBezTo>
                  <a:pt x="8823" y="0"/>
                  <a:pt x="11362" y="2539"/>
                  <a:pt x="11362" y="5668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18" name="Google Shape;2618;p60"/>
          <p:cNvSpPr txBox="1">
            <a:spLocks noGrp="1"/>
          </p:cNvSpPr>
          <p:nvPr>
            <p:ph type="title" idx="21"/>
          </p:nvPr>
        </p:nvSpPr>
        <p:spPr>
          <a:xfrm>
            <a:off x="715500" y="538250"/>
            <a:ext cx="7713000" cy="4206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TABLE OF CONTENTS</a:t>
            </a:r>
            <a:endParaRPr dirty="0"/>
          </a:p>
        </p:txBody>
      </p:sp>
      <p:sp>
        <p:nvSpPr>
          <p:cNvPr id="2619" name="Google Shape;2619;p60"/>
          <p:cNvSpPr txBox="1">
            <a:spLocks noGrp="1"/>
          </p:cNvSpPr>
          <p:nvPr>
            <p:ph type="title"/>
          </p:nvPr>
        </p:nvSpPr>
        <p:spPr>
          <a:xfrm>
            <a:off x="817925" y="1535078"/>
            <a:ext cx="821700" cy="554400"/>
          </a:xfrm>
          <a:prstGeom prst="rect">
            <a:avLst/>
          </a:prstGeom>
        </p:spPr>
        <p:txBody>
          <a:bodyPr spcFirstLastPara="1" wrap="square" lIns="91425" tIns="18287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01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2620" name="Google Shape;2620;p60"/>
          <p:cNvSpPr txBox="1">
            <a:spLocks noGrp="1"/>
          </p:cNvSpPr>
          <p:nvPr>
            <p:ph type="subTitle" idx="1"/>
          </p:nvPr>
        </p:nvSpPr>
        <p:spPr>
          <a:xfrm>
            <a:off x="1639675" y="1483450"/>
            <a:ext cx="2887200" cy="3546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/>
          <a:p>
            <a:pPr marL="0" lvl="0" indent="0">
              <a:spcAft>
                <a:spcPts val="1200"/>
              </a:spcAft>
            </a:pPr>
            <a:r>
              <a:rPr lang="en-US" b="1" dirty="0" smtClean="0"/>
              <a:t>Introduction</a:t>
            </a:r>
            <a:endParaRPr dirty="0"/>
          </a:p>
        </p:txBody>
      </p:sp>
      <p:sp>
        <p:nvSpPr>
          <p:cNvPr id="2622" name="Google Shape;2622;p60"/>
          <p:cNvSpPr txBox="1">
            <a:spLocks noGrp="1"/>
          </p:cNvSpPr>
          <p:nvPr>
            <p:ph type="title" idx="3"/>
          </p:nvPr>
        </p:nvSpPr>
        <p:spPr>
          <a:xfrm>
            <a:off x="824394" y="2446831"/>
            <a:ext cx="821700" cy="554400"/>
          </a:xfrm>
          <a:prstGeom prst="rect">
            <a:avLst/>
          </a:prstGeom>
        </p:spPr>
        <p:txBody>
          <a:bodyPr spcFirstLastPara="1" wrap="square" lIns="91425" tIns="18287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dk1"/>
                </a:solidFill>
              </a:rPr>
              <a:t>02</a:t>
            </a:r>
            <a:endParaRPr dirty="0">
              <a:solidFill>
                <a:schemeClr val="dk1"/>
              </a:solidFill>
            </a:endParaRPr>
          </a:p>
        </p:txBody>
      </p:sp>
      <p:sp>
        <p:nvSpPr>
          <p:cNvPr id="2623" name="Google Shape;2623;p60"/>
          <p:cNvSpPr txBox="1">
            <a:spLocks noGrp="1"/>
          </p:cNvSpPr>
          <p:nvPr>
            <p:ph type="subTitle" idx="4"/>
          </p:nvPr>
        </p:nvSpPr>
        <p:spPr>
          <a:xfrm>
            <a:off x="1639624" y="2547299"/>
            <a:ext cx="3068087" cy="3546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/>
          <a:p>
            <a:pPr marL="0" lvl="0" indent="0">
              <a:spcAft>
                <a:spcPts val="1200"/>
              </a:spcAft>
            </a:pPr>
            <a:r>
              <a:rPr lang="en-US" b="1" dirty="0" smtClean="0"/>
              <a:t>Problem Description</a:t>
            </a:r>
            <a:endParaRPr dirty="0"/>
          </a:p>
        </p:txBody>
      </p:sp>
      <p:sp>
        <p:nvSpPr>
          <p:cNvPr id="2625" name="Google Shape;2625;p60"/>
          <p:cNvSpPr txBox="1">
            <a:spLocks noGrp="1"/>
          </p:cNvSpPr>
          <p:nvPr>
            <p:ph type="title" idx="6"/>
          </p:nvPr>
        </p:nvSpPr>
        <p:spPr>
          <a:xfrm>
            <a:off x="824394" y="3378360"/>
            <a:ext cx="821700" cy="554400"/>
          </a:xfrm>
          <a:prstGeom prst="rect">
            <a:avLst/>
          </a:prstGeom>
        </p:spPr>
        <p:txBody>
          <a:bodyPr spcFirstLastPara="1" wrap="square" lIns="91425" tIns="18287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dk1"/>
                </a:solidFill>
              </a:rPr>
              <a:t>03</a:t>
            </a:r>
            <a:endParaRPr dirty="0">
              <a:solidFill>
                <a:schemeClr val="dk1"/>
              </a:solidFill>
            </a:endParaRPr>
          </a:p>
        </p:txBody>
      </p:sp>
      <p:sp>
        <p:nvSpPr>
          <p:cNvPr id="2626" name="Google Shape;2626;p60"/>
          <p:cNvSpPr txBox="1">
            <a:spLocks noGrp="1"/>
          </p:cNvSpPr>
          <p:nvPr>
            <p:ph type="subTitle" idx="7"/>
          </p:nvPr>
        </p:nvSpPr>
        <p:spPr>
          <a:xfrm>
            <a:off x="1543769" y="3564390"/>
            <a:ext cx="2887200" cy="3546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/>
          <a:p>
            <a:pPr marL="0" lvl="0" indent="0">
              <a:spcAft>
                <a:spcPts val="1200"/>
              </a:spcAft>
            </a:pPr>
            <a:r>
              <a:rPr lang="en-US" b="1" dirty="0"/>
              <a:t>Methodology</a:t>
            </a:r>
            <a:endParaRPr dirty="0"/>
          </a:p>
        </p:txBody>
      </p:sp>
      <p:sp>
        <p:nvSpPr>
          <p:cNvPr id="2628" name="Google Shape;2628;p60"/>
          <p:cNvSpPr txBox="1">
            <a:spLocks noGrp="1"/>
          </p:cNvSpPr>
          <p:nvPr>
            <p:ph type="title" idx="9"/>
          </p:nvPr>
        </p:nvSpPr>
        <p:spPr>
          <a:xfrm>
            <a:off x="4707713" y="1535078"/>
            <a:ext cx="821700" cy="554400"/>
          </a:xfrm>
          <a:prstGeom prst="rect">
            <a:avLst/>
          </a:prstGeom>
        </p:spPr>
        <p:txBody>
          <a:bodyPr spcFirstLastPara="1" wrap="square" lIns="91425" tIns="18287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dk1"/>
                </a:solidFill>
              </a:rPr>
              <a:t>04</a:t>
            </a:r>
            <a:endParaRPr dirty="0">
              <a:solidFill>
                <a:schemeClr val="dk1"/>
              </a:solidFill>
            </a:endParaRPr>
          </a:p>
        </p:txBody>
      </p:sp>
      <p:sp>
        <p:nvSpPr>
          <p:cNvPr id="2629" name="Google Shape;2629;p60"/>
          <p:cNvSpPr txBox="1">
            <a:spLocks noGrp="1"/>
          </p:cNvSpPr>
          <p:nvPr>
            <p:ph type="subTitle" idx="13"/>
          </p:nvPr>
        </p:nvSpPr>
        <p:spPr>
          <a:xfrm>
            <a:off x="5529413" y="1483450"/>
            <a:ext cx="2887200" cy="3546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/>
          <a:p>
            <a:pPr marL="0" lvl="0" indent="0">
              <a:spcAft>
                <a:spcPts val="1200"/>
              </a:spcAft>
            </a:pPr>
            <a:r>
              <a:rPr lang="en-US" b="1" dirty="0"/>
              <a:t>Microsoft News Dataset (MIND)</a:t>
            </a:r>
            <a:endParaRPr dirty="0"/>
          </a:p>
        </p:txBody>
      </p:sp>
      <p:sp>
        <p:nvSpPr>
          <p:cNvPr id="2630" name="Google Shape;2630;p60"/>
          <p:cNvSpPr txBox="1">
            <a:spLocks noGrp="1"/>
          </p:cNvSpPr>
          <p:nvPr>
            <p:ph type="subTitle" idx="14"/>
          </p:nvPr>
        </p:nvSpPr>
        <p:spPr>
          <a:xfrm>
            <a:off x="1639575" y="1892696"/>
            <a:ext cx="2453454" cy="5472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/>
          <a:p>
            <a:pPr marL="0" lvl="0" indent="0">
              <a:buClr>
                <a:schemeClr val="dk1"/>
              </a:buClr>
              <a:buSzPts val="1100"/>
            </a:pPr>
            <a:r>
              <a:rPr lang="en-US" dirty="0"/>
              <a:t>Overview of the </a:t>
            </a:r>
            <a:r>
              <a:rPr lang="en-US" dirty="0" err="1"/>
              <a:t>SmartFeed</a:t>
            </a:r>
            <a:r>
              <a:rPr lang="en-US" dirty="0"/>
              <a:t> project and its objectives.</a:t>
            </a:r>
          </a:p>
        </p:txBody>
      </p:sp>
      <p:sp>
        <p:nvSpPr>
          <p:cNvPr id="2631" name="Google Shape;2631;p60"/>
          <p:cNvSpPr txBox="1">
            <a:spLocks noGrp="1"/>
          </p:cNvSpPr>
          <p:nvPr>
            <p:ph type="title" idx="15"/>
          </p:nvPr>
        </p:nvSpPr>
        <p:spPr>
          <a:xfrm>
            <a:off x="4856017" y="2967581"/>
            <a:ext cx="821700" cy="554400"/>
          </a:xfrm>
          <a:prstGeom prst="rect">
            <a:avLst/>
          </a:prstGeom>
        </p:spPr>
        <p:txBody>
          <a:bodyPr spcFirstLastPara="1" wrap="square" lIns="91425" tIns="18287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smtClean="0">
                <a:solidFill>
                  <a:schemeClr val="dk1"/>
                </a:solidFill>
              </a:rPr>
              <a:t>05</a:t>
            </a:r>
            <a:endParaRPr dirty="0">
              <a:solidFill>
                <a:schemeClr val="dk1"/>
              </a:solidFill>
            </a:endParaRPr>
          </a:p>
        </p:txBody>
      </p:sp>
      <p:sp>
        <p:nvSpPr>
          <p:cNvPr id="2632" name="Google Shape;2632;p60"/>
          <p:cNvSpPr txBox="1">
            <a:spLocks noGrp="1"/>
          </p:cNvSpPr>
          <p:nvPr>
            <p:ph type="subTitle" idx="16"/>
          </p:nvPr>
        </p:nvSpPr>
        <p:spPr>
          <a:xfrm>
            <a:off x="5677717" y="2917707"/>
            <a:ext cx="3209922" cy="3546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/>
          <a:p>
            <a:pPr marL="0" lvl="0" indent="0">
              <a:spcAft>
                <a:spcPts val="1200"/>
              </a:spcAft>
            </a:pPr>
            <a:r>
              <a:rPr lang="en-US" b="1" dirty="0" smtClean="0"/>
              <a:t>User </a:t>
            </a:r>
            <a:r>
              <a:rPr lang="en-US" b="1" dirty="0"/>
              <a:t>History Integration</a:t>
            </a:r>
            <a:endParaRPr dirty="0"/>
          </a:p>
        </p:txBody>
      </p:sp>
      <p:sp>
        <p:nvSpPr>
          <p:cNvPr id="2633" name="Google Shape;2633;p60"/>
          <p:cNvSpPr txBox="1">
            <a:spLocks noGrp="1"/>
          </p:cNvSpPr>
          <p:nvPr>
            <p:ph type="subTitle" idx="17"/>
          </p:nvPr>
        </p:nvSpPr>
        <p:spPr>
          <a:xfrm>
            <a:off x="5677717" y="3804764"/>
            <a:ext cx="2349300" cy="5472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/>
          <a:p>
            <a:pPr marL="0" lvl="0" indent="0">
              <a:buClr>
                <a:schemeClr val="dk1"/>
              </a:buClr>
              <a:buSzPts val="1100"/>
            </a:pPr>
            <a:r>
              <a:rPr lang="en-US" dirty="0"/>
              <a:t>Enhancing personalization </a:t>
            </a:r>
            <a:r>
              <a:rPr lang="en-US" dirty="0" smtClean="0"/>
              <a:t>through click </a:t>
            </a:r>
            <a:r>
              <a:rPr lang="en-US" dirty="0"/>
              <a:t>history</a:t>
            </a:r>
            <a:endParaRPr dirty="0"/>
          </a:p>
        </p:txBody>
      </p:sp>
      <p:grpSp>
        <p:nvGrpSpPr>
          <p:cNvPr id="2637" name="Google Shape;2637;p60"/>
          <p:cNvGrpSpPr/>
          <p:nvPr/>
        </p:nvGrpSpPr>
        <p:grpSpPr>
          <a:xfrm>
            <a:off x="7391908" y="722871"/>
            <a:ext cx="793256" cy="182899"/>
            <a:chOff x="2685575" y="2835950"/>
            <a:chExt cx="433000" cy="99825"/>
          </a:xfrm>
        </p:grpSpPr>
        <p:sp>
          <p:nvSpPr>
            <p:cNvPr id="2638" name="Google Shape;2638;p60"/>
            <p:cNvSpPr/>
            <p:nvPr/>
          </p:nvSpPr>
          <p:spPr>
            <a:xfrm>
              <a:off x="3032250" y="2835950"/>
              <a:ext cx="86325" cy="99825"/>
            </a:xfrm>
            <a:custGeom>
              <a:avLst/>
              <a:gdLst/>
              <a:ahLst/>
              <a:cxnLst/>
              <a:rect l="l" t="t" r="r" b="b"/>
              <a:pathLst>
                <a:path w="3453" h="3993" extrusionOk="0">
                  <a:moveTo>
                    <a:pt x="3453" y="0"/>
                  </a:moveTo>
                  <a:lnTo>
                    <a:pt x="0" y="2006"/>
                  </a:lnTo>
                  <a:lnTo>
                    <a:pt x="3453" y="3993"/>
                  </a:lnTo>
                  <a:lnTo>
                    <a:pt x="3453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9" name="Google Shape;2639;p60"/>
            <p:cNvSpPr/>
            <p:nvPr/>
          </p:nvSpPr>
          <p:spPr>
            <a:xfrm>
              <a:off x="2917000" y="2835950"/>
              <a:ext cx="85850" cy="99825"/>
            </a:xfrm>
            <a:custGeom>
              <a:avLst/>
              <a:gdLst/>
              <a:ahLst/>
              <a:cxnLst/>
              <a:rect l="l" t="t" r="r" b="b"/>
              <a:pathLst>
                <a:path w="3434" h="3993" extrusionOk="0">
                  <a:moveTo>
                    <a:pt x="3434" y="0"/>
                  </a:moveTo>
                  <a:lnTo>
                    <a:pt x="1" y="2006"/>
                  </a:lnTo>
                  <a:lnTo>
                    <a:pt x="3434" y="3993"/>
                  </a:lnTo>
                  <a:lnTo>
                    <a:pt x="3434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0" name="Google Shape;2640;p60"/>
            <p:cNvSpPr/>
            <p:nvPr/>
          </p:nvSpPr>
          <p:spPr>
            <a:xfrm>
              <a:off x="2801300" y="2835950"/>
              <a:ext cx="86325" cy="99825"/>
            </a:xfrm>
            <a:custGeom>
              <a:avLst/>
              <a:gdLst/>
              <a:ahLst/>
              <a:cxnLst/>
              <a:rect l="l" t="t" r="r" b="b"/>
              <a:pathLst>
                <a:path w="3453" h="3993" extrusionOk="0">
                  <a:moveTo>
                    <a:pt x="3452" y="0"/>
                  </a:moveTo>
                  <a:lnTo>
                    <a:pt x="0" y="2006"/>
                  </a:lnTo>
                  <a:lnTo>
                    <a:pt x="3452" y="3993"/>
                  </a:lnTo>
                  <a:lnTo>
                    <a:pt x="3452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1" name="Google Shape;2641;p60"/>
            <p:cNvSpPr/>
            <p:nvPr/>
          </p:nvSpPr>
          <p:spPr>
            <a:xfrm>
              <a:off x="2685575" y="2835950"/>
              <a:ext cx="86325" cy="99825"/>
            </a:xfrm>
            <a:custGeom>
              <a:avLst/>
              <a:gdLst/>
              <a:ahLst/>
              <a:cxnLst/>
              <a:rect l="l" t="t" r="r" b="b"/>
              <a:pathLst>
                <a:path w="3453" h="3993" extrusionOk="0">
                  <a:moveTo>
                    <a:pt x="3453" y="0"/>
                  </a:moveTo>
                  <a:lnTo>
                    <a:pt x="0" y="2006"/>
                  </a:lnTo>
                  <a:lnTo>
                    <a:pt x="3453" y="3993"/>
                  </a:lnTo>
                  <a:lnTo>
                    <a:pt x="3453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642" name="Google Shape;2642;p60"/>
          <p:cNvSpPr/>
          <p:nvPr/>
        </p:nvSpPr>
        <p:spPr>
          <a:xfrm>
            <a:off x="7770424" y="4641864"/>
            <a:ext cx="356100" cy="3561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43" name="Google Shape;2643;p60"/>
          <p:cNvSpPr/>
          <p:nvPr/>
        </p:nvSpPr>
        <p:spPr>
          <a:xfrm rot="-5400000">
            <a:off x="7837924" y="4715039"/>
            <a:ext cx="221100" cy="182100"/>
          </a:xfrm>
          <a:prstGeom prst="homePlate">
            <a:avLst>
              <a:gd name="adj" fmla="val 50000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44" name="Google Shape;2644;p60">
            <a:hlinkClick r:id="rId3" action="ppaction://hlinksldjump"/>
          </p:cNvPr>
          <p:cNvSpPr/>
          <p:nvPr/>
        </p:nvSpPr>
        <p:spPr>
          <a:xfrm>
            <a:off x="7770424" y="4641864"/>
            <a:ext cx="356100" cy="356100"/>
          </a:xfrm>
          <a:prstGeom prst="ellipse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45" name="Google Shape;2645;p60">
            <a:hlinkClick r:id="" action="ppaction://hlinkshowjump?jump=previousslide"/>
          </p:cNvPr>
          <p:cNvSpPr/>
          <p:nvPr/>
        </p:nvSpPr>
        <p:spPr>
          <a:xfrm>
            <a:off x="7462717" y="4728472"/>
            <a:ext cx="158147" cy="182899"/>
          </a:xfrm>
          <a:custGeom>
            <a:avLst/>
            <a:gdLst/>
            <a:ahLst/>
            <a:cxnLst/>
            <a:rect l="l" t="t" r="r" b="b"/>
            <a:pathLst>
              <a:path w="3453" h="3993" extrusionOk="0">
                <a:moveTo>
                  <a:pt x="3453" y="0"/>
                </a:moveTo>
                <a:lnTo>
                  <a:pt x="0" y="2006"/>
                </a:lnTo>
                <a:lnTo>
                  <a:pt x="3453" y="3993"/>
                </a:lnTo>
                <a:lnTo>
                  <a:pt x="3453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46" name="Google Shape;2646;p60">
            <a:hlinkClick r:id="" action="ppaction://hlinkshowjump?jump=nextslide"/>
          </p:cNvPr>
          <p:cNvSpPr/>
          <p:nvPr/>
        </p:nvSpPr>
        <p:spPr>
          <a:xfrm flipH="1">
            <a:off x="8276954" y="4728472"/>
            <a:ext cx="157277" cy="182899"/>
          </a:xfrm>
          <a:custGeom>
            <a:avLst/>
            <a:gdLst/>
            <a:ahLst/>
            <a:cxnLst/>
            <a:rect l="l" t="t" r="r" b="b"/>
            <a:pathLst>
              <a:path w="3434" h="3993" extrusionOk="0">
                <a:moveTo>
                  <a:pt x="3434" y="0"/>
                </a:moveTo>
                <a:lnTo>
                  <a:pt x="1" y="2006"/>
                </a:lnTo>
                <a:lnTo>
                  <a:pt x="3434" y="3993"/>
                </a:lnTo>
                <a:lnTo>
                  <a:pt x="3434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" name="Google Shape;2630;p60"/>
          <p:cNvSpPr txBox="1">
            <a:spLocks noGrp="1"/>
          </p:cNvSpPr>
          <p:nvPr>
            <p:ph type="subTitle" idx="14"/>
          </p:nvPr>
        </p:nvSpPr>
        <p:spPr>
          <a:xfrm>
            <a:off x="5677717" y="2257908"/>
            <a:ext cx="2349300" cy="5472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/>
          <a:p>
            <a:pPr marL="0" lvl="0" indent="0">
              <a:buClr>
                <a:schemeClr val="dk1"/>
              </a:buClr>
              <a:buSzPts val="1100"/>
            </a:pPr>
            <a:r>
              <a:rPr lang="en-US" dirty="0"/>
              <a:t>Importance of MIND in recommendation engine</a:t>
            </a:r>
            <a:endParaRPr dirty="0"/>
          </a:p>
        </p:txBody>
      </p:sp>
      <p:sp>
        <p:nvSpPr>
          <p:cNvPr id="49" name="Google Shape;2633;p60"/>
          <p:cNvSpPr txBox="1">
            <a:spLocks noGrp="1"/>
          </p:cNvSpPr>
          <p:nvPr>
            <p:ph type="subTitle" idx="17"/>
          </p:nvPr>
        </p:nvSpPr>
        <p:spPr>
          <a:xfrm>
            <a:off x="1646094" y="2999252"/>
            <a:ext cx="2349300" cy="5472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/>
          <a:p>
            <a:pPr marL="285750" lvl="0" indent="-285750">
              <a:buClr>
                <a:schemeClr val="bg1"/>
              </a:buClr>
              <a:buSzPts val="1100"/>
              <a:buFont typeface="Arial" panose="020B0604020202020204" pitchFamily="34" charset="0"/>
              <a:buChar char="•"/>
            </a:pPr>
            <a:r>
              <a:rPr lang="en-US" dirty="0"/>
              <a:t>Challenges </a:t>
            </a:r>
          </a:p>
          <a:p>
            <a:pPr marL="285750" lvl="0" indent="-285750">
              <a:buClr>
                <a:schemeClr val="bg1"/>
              </a:buClr>
              <a:buSzPts val="1100"/>
              <a:buFont typeface="Arial" panose="020B0604020202020204" pitchFamily="34" charset="0"/>
              <a:buChar char="•"/>
            </a:pPr>
            <a:r>
              <a:rPr lang="en-US" dirty="0"/>
              <a:t>Need</a:t>
            </a:r>
          </a:p>
        </p:txBody>
      </p:sp>
      <p:sp>
        <p:nvSpPr>
          <p:cNvPr id="50" name="Google Shape;2633;p60"/>
          <p:cNvSpPr txBox="1">
            <a:spLocks noGrp="1"/>
          </p:cNvSpPr>
          <p:nvPr>
            <p:ph type="subTitle" idx="17"/>
          </p:nvPr>
        </p:nvSpPr>
        <p:spPr>
          <a:xfrm>
            <a:off x="1646094" y="4051794"/>
            <a:ext cx="2349300" cy="5472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/>
          <a:p>
            <a:pPr marL="285750" lvl="0" indent="-285750">
              <a:buClr>
                <a:schemeClr val="bg1"/>
              </a:buClr>
              <a:buSzPts val="1100"/>
              <a:buFont typeface="Arial" panose="020B0604020202020204" pitchFamily="34" charset="0"/>
              <a:buChar char="•"/>
            </a:pPr>
            <a:r>
              <a:rPr lang="en-US" dirty="0"/>
              <a:t>Data collection</a:t>
            </a:r>
          </a:p>
          <a:p>
            <a:pPr marL="285750" lvl="0" indent="-285750">
              <a:buClr>
                <a:schemeClr val="bg1"/>
              </a:buClr>
              <a:buSzPts val="1100"/>
              <a:buFont typeface="Arial" panose="020B0604020202020204" pitchFamily="34" charset="0"/>
              <a:buChar char="•"/>
            </a:pPr>
            <a:r>
              <a:rPr lang="en-US" dirty="0"/>
              <a:t>user profiling</a:t>
            </a:r>
          </a:p>
          <a:p>
            <a:pPr marL="285750" lvl="0" indent="-285750">
              <a:buClr>
                <a:schemeClr val="bg1"/>
              </a:buClr>
              <a:buSzPts val="1100"/>
              <a:buFont typeface="Arial" panose="020B0604020202020204" pitchFamily="34" charset="0"/>
              <a:buChar char="•"/>
            </a:pPr>
            <a:r>
              <a:rPr lang="en-US" dirty="0"/>
              <a:t>machine learning</a:t>
            </a:r>
          </a:p>
          <a:p>
            <a:pPr marL="285750" lvl="0" indent="-285750">
              <a:buClr>
                <a:schemeClr val="bg1"/>
              </a:buClr>
              <a:buSzPts val="1100"/>
              <a:buFont typeface="Arial" panose="020B0604020202020204" pitchFamily="34" charset="0"/>
              <a:buChar char="•"/>
            </a:pPr>
            <a:r>
              <a:rPr lang="en-US" dirty="0"/>
              <a:t>deployment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6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26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26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26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26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26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26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1000"/>
                                        <p:tgtEl>
                                          <p:spTgt spid="26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1000"/>
                                        <p:tgtEl>
                                          <p:spTgt spid="26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2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000"/>
                                        <p:tgtEl>
                                          <p:spTgt spid="26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1000"/>
                                        <p:tgtEl>
                                          <p:spTgt spid="26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2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1000"/>
                                        <p:tgtEl>
                                          <p:spTgt spid="26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1000"/>
                                        <p:tgtEl>
                                          <p:spTgt spid="26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2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1000"/>
                                        <p:tgtEl>
                                          <p:spTgt spid="26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1000"/>
                                        <p:tgtEl>
                                          <p:spTgt spid="26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2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1000"/>
                                        <p:tgtEl>
                                          <p:spTgt spid="26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1000"/>
                                        <p:tgtEl>
                                          <p:spTgt spid="26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26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1000"/>
                                        <p:tgtEl>
                                          <p:spTgt spid="26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26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1000"/>
                                        <p:tgtEl>
                                          <p:spTgt spid="26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1000"/>
                                        <p:tgtEl>
                                          <p:spTgt spid="26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26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26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1000"/>
                                        <p:tgtEl>
                                          <p:spTgt spid="26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1000"/>
                                        <p:tgtEl>
                                          <p:spTgt spid="26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1000"/>
                                        <p:tgtEl>
                                          <p:spTgt spid="26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1000"/>
                                        <p:tgtEl>
                                          <p:spTgt spid="26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1000"/>
                                        <p:tgtEl>
                                          <p:spTgt spid="26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10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10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10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4" name="Google Shape;2614;p60"/>
          <p:cNvSpPr/>
          <p:nvPr/>
        </p:nvSpPr>
        <p:spPr>
          <a:xfrm>
            <a:off x="5037748" y="1340052"/>
            <a:ext cx="555517" cy="554294"/>
          </a:xfrm>
          <a:custGeom>
            <a:avLst/>
            <a:gdLst/>
            <a:ahLst/>
            <a:cxnLst/>
            <a:rect l="l" t="t" r="r" b="b"/>
            <a:pathLst>
              <a:path w="11362" h="11337" extrusionOk="0">
                <a:moveTo>
                  <a:pt x="11362" y="5668"/>
                </a:moveTo>
                <a:cubicBezTo>
                  <a:pt x="11362" y="8798"/>
                  <a:pt x="8823" y="11337"/>
                  <a:pt x="5669" y="11337"/>
                </a:cubicBezTo>
                <a:cubicBezTo>
                  <a:pt x="2539" y="11337"/>
                  <a:pt x="1" y="8798"/>
                  <a:pt x="1" y="5668"/>
                </a:cubicBezTo>
                <a:cubicBezTo>
                  <a:pt x="1" y="2539"/>
                  <a:pt x="2539" y="0"/>
                  <a:pt x="5669" y="0"/>
                </a:cubicBezTo>
                <a:cubicBezTo>
                  <a:pt x="8823" y="0"/>
                  <a:pt x="11362" y="2539"/>
                  <a:pt x="11362" y="5668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15" name="Google Shape;2615;p60"/>
          <p:cNvSpPr/>
          <p:nvPr/>
        </p:nvSpPr>
        <p:spPr>
          <a:xfrm>
            <a:off x="920256" y="2507829"/>
            <a:ext cx="555517" cy="554294"/>
          </a:xfrm>
          <a:custGeom>
            <a:avLst/>
            <a:gdLst/>
            <a:ahLst/>
            <a:cxnLst/>
            <a:rect l="l" t="t" r="r" b="b"/>
            <a:pathLst>
              <a:path w="11362" h="11337" extrusionOk="0">
                <a:moveTo>
                  <a:pt x="11362" y="5668"/>
                </a:moveTo>
                <a:cubicBezTo>
                  <a:pt x="11362" y="8798"/>
                  <a:pt x="8823" y="11337"/>
                  <a:pt x="5669" y="11337"/>
                </a:cubicBezTo>
                <a:cubicBezTo>
                  <a:pt x="2539" y="11337"/>
                  <a:pt x="1" y="8798"/>
                  <a:pt x="1" y="5668"/>
                </a:cubicBezTo>
                <a:cubicBezTo>
                  <a:pt x="1" y="2539"/>
                  <a:pt x="2539" y="0"/>
                  <a:pt x="5669" y="0"/>
                </a:cubicBezTo>
                <a:cubicBezTo>
                  <a:pt x="8823" y="0"/>
                  <a:pt x="11362" y="2539"/>
                  <a:pt x="11362" y="5668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16" name="Google Shape;2616;p60"/>
          <p:cNvSpPr/>
          <p:nvPr/>
        </p:nvSpPr>
        <p:spPr>
          <a:xfrm>
            <a:off x="1053347" y="3743232"/>
            <a:ext cx="555517" cy="554294"/>
          </a:xfrm>
          <a:custGeom>
            <a:avLst/>
            <a:gdLst/>
            <a:ahLst/>
            <a:cxnLst/>
            <a:rect l="l" t="t" r="r" b="b"/>
            <a:pathLst>
              <a:path w="11362" h="11337" extrusionOk="0">
                <a:moveTo>
                  <a:pt x="11362" y="5668"/>
                </a:moveTo>
                <a:cubicBezTo>
                  <a:pt x="11362" y="8798"/>
                  <a:pt x="8823" y="11337"/>
                  <a:pt x="5669" y="11337"/>
                </a:cubicBezTo>
                <a:cubicBezTo>
                  <a:pt x="2539" y="11337"/>
                  <a:pt x="1" y="8798"/>
                  <a:pt x="1" y="5668"/>
                </a:cubicBezTo>
                <a:cubicBezTo>
                  <a:pt x="1" y="2539"/>
                  <a:pt x="2539" y="0"/>
                  <a:pt x="5669" y="0"/>
                </a:cubicBezTo>
                <a:cubicBezTo>
                  <a:pt x="8823" y="0"/>
                  <a:pt x="11362" y="2539"/>
                  <a:pt x="11362" y="5668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17" name="Google Shape;2617;p60"/>
          <p:cNvSpPr/>
          <p:nvPr/>
        </p:nvSpPr>
        <p:spPr>
          <a:xfrm>
            <a:off x="920256" y="1220226"/>
            <a:ext cx="555517" cy="554294"/>
          </a:xfrm>
          <a:custGeom>
            <a:avLst/>
            <a:gdLst/>
            <a:ahLst/>
            <a:cxnLst/>
            <a:rect l="l" t="t" r="r" b="b"/>
            <a:pathLst>
              <a:path w="11362" h="11337" extrusionOk="0">
                <a:moveTo>
                  <a:pt x="11362" y="5668"/>
                </a:moveTo>
                <a:cubicBezTo>
                  <a:pt x="11362" y="8798"/>
                  <a:pt x="8823" y="11337"/>
                  <a:pt x="5669" y="11337"/>
                </a:cubicBezTo>
                <a:cubicBezTo>
                  <a:pt x="2539" y="11337"/>
                  <a:pt x="1" y="8798"/>
                  <a:pt x="1" y="5668"/>
                </a:cubicBezTo>
                <a:cubicBezTo>
                  <a:pt x="1" y="2539"/>
                  <a:pt x="2539" y="0"/>
                  <a:pt x="5669" y="0"/>
                </a:cubicBezTo>
                <a:cubicBezTo>
                  <a:pt x="8823" y="0"/>
                  <a:pt x="11362" y="2539"/>
                  <a:pt x="11362" y="5668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18" name="Google Shape;2618;p60"/>
          <p:cNvSpPr txBox="1">
            <a:spLocks noGrp="1"/>
          </p:cNvSpPr>
          <p:nvPr>
            <p:ph type="title" idx="21"/>
          </p:nvPr>
        </p:nvSpPr>
        <p:spPr>
          <a:xfrm>
            <a:off x="715500" y="538250"/>
            <a:ext cx="7713000" cy="4206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TABLE OF CONTENTS</a:t>
            </a:r>
            <a:endParaRPr/>
          </a:p>
        </p:txBody>
      </p:sp>
      <p:sp>
        <p:nvSpPr>
          <p:cNvPr id="2619" name="Google Shape;2619;p60"/>
          <p:cNvSpPr txBox="1">
            <a:spLocks noGrp="1"/>
          </p:cNvSpPr>
          <p:nvPr>
            <p:ph type="title"/>
          </p:nvPr>
        </p:nvSpPr>
        <p:spPr>
          <a:xfrm>
            <a:off x="787164" y="1142019"/>
            <a:ext cx="821700" cy="554400"/>
          </a:xfrm>
          <a:prstGeom prst="rect">
            <a:avLst/>
          </a:prstGeom>
        </p:spPr>
        <p:txBody>
          <a:bodyPr spcFirstLastPara="1" wrap="square" lIns="91425" tIns="18287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smtClean="0">
                <a:solidFill>
                  <a:schemeClr val="dk1"/>
                </a:solidFill>
              </a:rPr>
              <a:t>06</a:t>
            </a:r>
            <a:endParaRPr dirty="0">
              <a:solidFill>
                <a:schemeClr val="dk1"/>
              </a:solidFill>
            </a:endParaRPr>
          </a:p>
        </p:txBody>
      </p:sp>
      <p:sp>
        <p:nvSpPr>
          <p:cNvPr id="2620" name="Google Shape;2620;p60"/>
          <p:cNvSpPr txBox="1">
            <a:spLocks noGrp="1"/>
          </p:cNvSpPr>
          <p:nvPr>
            <p:ph type="subTitle" idx="1"/>
          </p:nvPr>
        </p:nvSpPr>
        <p:spPr>
          <a:xfrm>
            <a:off x="1608913" y="1090391"/>
            <a:ext cx="3068037" cy="3546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/>
          <a:p>
            <a:pPr marL="0" lvl="0" indent="0">
              <a:spcAft>
                <a:spcPts val="1200"/>
              </a:spcAft>
            </a:pPr>
            <a:r>
              <a:rPr lang="en-US" b="1" dirty="0"/>
              <a:t>Tools and Technology</a:t>
            </a:r>
            <a:endParaRPr dirty="0"/>
          </a:p>
        </p:txBody>
      </p:sp>
      <p:sp>
        <p:nvSpPr>
          <p:cNvPr id="2621" name="Google Shape;2621;p60"/>
          <p:cNvSpPr txBox="1">
            <a:spLocks noGrp="1"/>
          </p:cNvSpPr>
          <p:nvPr>
            <p:ph type="subTitle" idx="2"/>
          </p:nvPr>
        </p:nvSpPr>
        <p:spPr>
          <a:xfrm>
            <a:off x="1608914" y="1444980"/>
            <a:ext cx="2530138" cy="709259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/>
          <a:p>
            <a:pPr marL="285750" lvl="0" indent="-285750">
              <a:buClr>
                <a:schemeClr val="bg1"/>
              </a:buClr>
              <a:buSzPts val="1100"/>
              <a:buFont typeface="Arial" panose="020B0604020202020204" pitchFamily="34" charset="0"/>
              <a:buChar char="•"/>
            </a:pPr>
            <a:r>
              <a:rPr lang="en-US" dirty="0"/>
              <a:t>MERN </a:t>
            </a:r>
            <a:r>
              <a:rPr lang="en-US" dirty="0" smtClean="0"/>
              <a:t>stack </a:t>
            </a:r>
          </a:p>
          <a:p>
            <a:pPr marL="285750" lvl="0" indent="-285750">
              <a:buClr>
                <a:schemeClr val="bg1"/>
              </a:buClr>
              <a:buSzPts val="1100"/>
              <a:buFont typeface="Arial" panose="020B0604020202020204" pitchFamily="34" charset="0"/>
              <a:buChar char="•"/>
            </a:pPr>
            <a:r>
              <a:rPr lang="en-US" dirty="0" smtClean="0"/>
              <a:t>ML libraries</a:t>
            </a:r>
          </a:p>
          <a:p>
            <a:pPr marL="285750" lvl="0" indent="-285750">
              <a:buClr>
                <a:schemeClr val="bg1"/>
              </a:buClr>
              <a:buSzPts val="1100"/>
              <a:buFont typeface="Arial" panose="020B0604020202020204" pitchFamily="34" charset="0"/>
              <a:buChar char="•"/>
            </a:pPr>
            <a:r>
              <a:rPr lang="en-US" dirty="0" smtClean="0"/>
              <a:t>MIND </a:t>
            </a:r>
          </a:p>
        </p:txBody>
      </p:sp>
      <p:sp>
        <p:nvSpPr>
          <p:cNvPr id="2622" name="Google Shape;2622;p60"/>
          <p:cNvSpPr txBox="1">
            <a:spLocks noGrp="1"/>
          </p:cNvSpPr>
          <p:nvPr>
            <p:ph type="title" idx="3"/>
          </p:nvPr>
        </p:nvSpPr>
        <p:spPr>
          <a:xfrm>
            <a:off x="787164" y="2423152"/>
            <a:ext cx="821700" cy="554400"/>
          </a:xfrm>
          <a:prstGeom prst="rect">
            <a:avLst/>
          </a:prstGeom>
        </p:spPr>
        <p:txBody>
          <a:bodyPr spcFirstLastPara="1" wrap="square" lIns="91425" tIns="18287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smtClean="0">
                <a:solidFill>
                  <a:schemeClr val="dk1"/>
                </a:solidFill>
              </a:rPr>
              <a:t>07</a:t>
            </a:r>
            <a:endParaRPr dirty="0">
              <a:solidFill>
                <a:schemeClr val="dk1"/>
              </a:solidFill>
            </a:endParaRPr>
          </a:p>
        </p:txBody>
      </p:sp>
      <p:sp>
        <p:nvSpPr>
          <p:cNvPr id="2623" name="Google Shape;2623;p60"/>
          <p:cNvSpPr txBox="1">
            <a:spLocks noGrp="1"/>
          </p:cNvSpPr>
          <p:nvPr>
            <p:ph type="subTitle" idx="4"/>
          </p:nvPr>
        </p:nvSpPr>
        <p:spPr>
          <a:xfrm>
            <a:off x="1699308" y="2431440"/>
            <a:ext cx="2887200" cy="3546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/>
          <a:p>
            <a:pPr marL="0" lvl="0" indent="0">
              <a:spcAft>
                <a:spcPts val="1200"/>
              </a:spcAft>
            </a:pPr>
            <a:r>
              <a:rPr lang="en-US" b="1" dirty="0"/>
              <a:t>Feasibility Study</a:t>
            </a:r>
            <a:endParaRPr dirty="0"/>
          </a:p>
        </p:txBody>
      </p:sp>
      <p:sp>
        <p:nvSpPr>
          <p:cNvPr id="2624" name="Google Shape;2624;p60"/>
          <p:cNvSpPr txBox="1">
            <a:spLocks noGrp="1"/>
          </p:cNvSpPr>
          <p:nvPr>
            <p:ph type="subTitle" idx="5"/>
          </p:nvPr>
        </p:nvSpPr>
        <p:spPr>
          <a:xfrm>
            <a:off x="1741956" y="2867088"/>
            <a:ext cx="2349300" cy="5472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/>
          <a:p>
            <a:pPr marL="285750" lvl="0" indent="-285750">
              <a:buClr>
                <a:schemeClr val="bg1"/>
              </a:buClr>
              <a:buSzPts val="1100"/>
              <a:buFont typeface="Arial" panose="020B0604020202020204" pitchFamily="34" charset="0"/>
              <a:buChar char="•"/>
            </a:pPr>
            <a:r>
              <a:rPr lang="en-US" dirty="0" smtClean="0"/>
              <a:t>Risks</a:t>
            </a:r>
          </a:p>
          <a:p>
            <a:pPr marL="285750" lvl="0" indent="-285750">
              <a:buClr>
                <a:schemeClr val="bg1"/>
              </a:buClr>
              <a:buSzPts val="1100"/>
              <a:buFont typeface="Arial" panose="020B0604020202020204" pitchFamily="34" charset="0"/>
              <a:buChar char="•"/>
            </a:pPr>
            <a:r>
              <a:rPr lang="en-US" dirty="0" smtClean="0"/>
              <a:t>resources</a:t>
            </a:r>
          </a:p>
          <a:p>
            <a:pPr marL="285750" lvl="0" indent="-285750">
              <a:buClr>
                <a:schemeClr val="bg1"/>
              </a:buClr>
              <a:buSzPts val="1100"/>
              <a:buFont typeface="Arial" panose="020B0604020202020204" pitchFamily="34" charset="0"/>
              <a:buChar char="•"/>
            </a:pPr>
            <a:r>
              <a:rPr lang="en-US" dirty="0" smtClean="0"/>
              <a:t>mitigation </a:t>
            </a:r>
            <a:r>
              <a:rPr lang="en-US" dirty="0"/>
              <a:t>strategies</a:t>
            </a:r>
            <a:endParaRPr dirty="0"/>
          </a:p>
        </p:txBody>
      </p:sp>
      <p:sp>
        <p:nvSpPr>
          <p:cNvPr id="2628" name="Google Shape;2628;p60"/>
          <p:cNvSpPr txBox="1">
            <a:spLocks noGrp="1"/>
          </p:cNvSpPr>
          <p:nvPr>
            <p:ph type="title" idx="9"/>
          </p:nvPr>
        </p:nvSpPr>
        <p:spPr>
          <a:xfrm>
            <a:off x="920256" y="3665025"/>
            <a:ext cx="821700" cy="554400"/>
          </a:xfrm>
          <a:prstGeom prst="rect">
            <a:avLst/>
          </a:prstGeom>
        </p:spPr>
        <p:txBody>
          <a:bodyPr spcFirstLastPara="1" wrap="square" lIns="91425" tIns="18287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smtClean="0">
                <a:solidFill>
                  <a:schemeClr val="dk1"/>
                </a:solidFill>
              </a:rPr>
              <a:t>08</a:t>
            </a:r>
            <a:endParaRPr dirty="0">
              <a:solidFill>
                <a:schemeClr val="dk1"/>
              </a:solidFill>
            </a:endParaRPr>
          </a:p>
        </p:txBody>
      </p:sp>
      <p:sp>
        <p:nvSpPr>
          <p:cNvPr id="2629" name="Google Shape;2629;p60"/>
          <p:cNvSpPr txBox="1">
            <a:spLocks noGrp="1"/>
          </p:cNvSpPr>
          <p:nvPr>
            <p:ph type="subTitle" idx="13"/>
          </p:nvPr>
        </p:nvSpPr>
        <p:spPr>
          <a:xfrm>
            <a:off x="1741956" y="3613397"/>
            <a:ext cx="2887200" cy="3546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/>
          <a:p>
            <a:pPr marL="0" lvl="0" indent="0">
              <a:spcAft>
                <a:spcPts val="1200"/>
              </a:spcAft>
            </a:pPr>
            <a:r>
              <a:rPr lang="en-US" b="1" dirty="0"/>
              <a:t>Solution Application Areas</a:t>
            </a:r>
            <a:endParaRPr dirty="0"/>
          </a:p>
        </p:txBody>
      </p:sp>
      <p:sp>
        <p:nvSpPr>
          <p:cNvPr id="2630" name="Google Shape;2630;p60"/>
          <p:cNvSpPr txBox="1">
            <a:spLocks noGrp="1"/>
          </p:cNvSpPr>
          <p:nvPr>
            <p:ph type="subTitle" idx="14"/>
          </p:nvPr>
        </p:nvSpPr>
        <p:spPr>
          <a:xfrm>
            <a:off x="1720667" y="4325330"/>
            <a:ext cx="2349300" cy="5472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/>
          <a:p>
            <a:pPr marL="0" lvl="0" indent="0">
              <a:buClr>
                <a:schemeClr val="dk1"/>
              </a:buClr>
              <a:buSzPts val="1100"/>
            </a:pPr>
            <a:r>
              <a:rPr lang="en-US" dirty="0"/>
              <a:t>Benefits for news consumption and industries.</a:t>
            </a:r>
            <a:endParaRPr dirty="0"/>
          </a:p>
        </p:txBody>
      </p:sp>
      <p:sp>
        <p:nvSpPr>
          <p:cNvPr id="2631" name="Google Shape;2631;p60"/>
          <p:cNvSpPr txBox="1">
            <a:spLocks noGrp="1"/>
          </p:cNvSpPr>
          <p:nvPr>
            <p:ph type="title" idx="15"/>
          </p:nvPr>
        </p:nvSpPr>
        <p:spPr>
          <a:xfrm>
            <a:off x="4904657" y="1270100"/>
            <a:ext cx="821700" cy="554400"/>
          </a:xfrm>
          <a:prstGeom prst="rect">
            <a:avLst/>
          </a:prstGeom>
        </p:spPr>
        <p:txBody>
          <a:bodyPr spcFirstLastPara="1" wrap="square" lIns="91425" tIns="18287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dk1"/>
                </a:solidFill>
              </a:rPr>
              <a:t>9</a:t>
            </a:r>
            <a:endParaRPr dirty="0">
              <a:solidFill>
                <a:schemeClr val="dk1"/>
              </a:solidFill>
            </a:endParaRPr>
          </a:p>
        </p:txBody>
      </p:sp>
      <p:sp>
        <p:nvSpPr>
          <p:cNvPr id="2632" name="Google Shape;2632;p60"/>
          <p:cNvSpPr txBox="1">
            <a:spLocks noGrp="1"/>
          </p:cNvSpPr>
          <p:nvPr>
            <p:ph type="subTitle" idx="16"/>
          </p:nvPr>
        </p:nvSpPr>
        <p:spPr>
          <a:xfrm>
            <a:off x="5726357" y="1220226"/>
            <a:ext cx="2887200" cy="3546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/>
          <a:p>
            <a:pPr marL="0" lvl="0" indent="0">
              <a:spcAft>
                <a:spcPts val="1200"/>
              </a:spcAft>
            </a:pPr>
            <a:r>
              <a:rPr lang="en-US" b="1" dirty="0"/>
              <a:t>Expertise of the Team Members</a:t>
            </a:r>
            <a:endParaRPr dirty="0"/>
          </a:p>
        </p:txBody>
      </p:sp>
      <p:sp>
        <p:nvSpPr>
          <p:cNvPr id="2633" name="Google Shape;2633;p60"/>
          <p:cNvSpPr txBox="1">
            <a:spLocks noGrp="1"/>
          </p:cNvSpPr>
          <p:nvPr>
            <p:ph type="subTitle" idx="17"/>
          </p:nvPr>
        </p:nvSpPr>
        <p:spPr>
          <a:xfrm>
            <a:off x="5761074" y="1957404"/>
            <a:ext cx="2349300" cy="5472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/>
          <a:p>
            <a:pPr marL="0" lvl="0" indent="0">
              <a:buClr>
                <a:schemeClr val="dk1"/>
              </a:buClr>
              <a:buSzPts val="1100"/>
            </a:pPr>
            <a:r>
              <a:rPr lang="en-US" dirty="0"/>
              <a:t>Skills and roles in the </a:t>
            </a:r>
            <a:r>
              <a:rPr lang="en-US" dirty="0" smtClean="0"/>
              <a:t>project</a:t>
            </a:r>
            <a:endParaRPr dirty="0"/>
          </a:p>
        </p:txBody>
      </p:sp>
      <p:grpSp>
        <p:nvGrpSpPr>
          <p:cNvPr id="2637" name="Google Shape;2637;p60"/>
          <p:cNvGrpSpPr/>
          <p:nvPr/>
        </p:nvGrpSpPr>
        <p:grpSpPr>
          <a:xfrm>
            <a:off x="7391908" y="722871"/>
            <a:ext cx="793256" cy="182899"/>
            <a:chOff x="2685575" y="2835950"/>
            <a:chExt cx="433000" cy="99825"/>
          </a:xfrm>
        </p:grpSpPr>
        <p:sp>
          <p:nvSpPr>
            <p:cNvPr id="2638" name="Google Shape;2638;p60"/>
            <p:cNvSpPr/>
            <p:nvPr/>
          </p:nvSpPr>
          <p:spPr>
            <a:xfrm>
              <a:off x="3032250" y="2835950"/>
              <a:ext cx="86325" cy="99825"/>
            </a:xfrm>
            <a:custGeom>
              <a:avLst/>
              <a:gdLst/>
              <a:ahLst/>
              <a:cxnLst/>
              <a:rect l="l" t="t" r="r" b="b"/>
              <a:pathLst>
                <a:path w="3453" h="3993" extrusionOk="0">
                  <a:moveTo>
                    <a:pt x="3453" y="0"/>
                  </a:moveTo>
                  <a:lnTo>
                    <a:pt x="0" y="2006"/>
                  </a:lnTo>
                  <a:lnTo>
                    <a:pt x="3453" y="3993"/>
                  </a:lnTo>
                  <a:lnTo>
                    <a:pt x="3453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9" name="Google Shape;2639;p60"/>
            <p:cNvSpPr/>
            <p:nvPr/>
          </p:nvSpPr>
          <p:spPr>
            <a:xfrm>
              <a:off x="2917000" y="2835950"/>
              <a:ext cx="85850" cy="99825"/>
            </a:xfrm>
            <a:custGeom>
              <a:avLst/>
              <a:gdLst/>
              <a:ahLst/>
              <a:cxnLst/>
              <a:rect l="l" t="t" r="r" b="b"/>
              <a:pathLst>
                <a:path w="3434" h="3993" extrusionOk="0">
                  <a:moveTo>
                    <a:pt x="3434" y="0"/>
                  </a:moveTo>
                  <a:lnTo>
                    <a:pt x="1" y="2006"/>
                  </a:lnTo>
                  <a:lnTo>
                    <a:pt x="3434" y="3993"/>
                  </a:lnTo>
                  <a:lnTo>
                    <a:pt x="3434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0" name="Google Shape;2640;p60"/>
            <p:cNvSpPr/>
            <p:nvPr/>
          </p:nvSpPr>
          <p:spPr>
            <a:xfrm>
              <a:off x="2801300" y="2835950"/>
              <a:ext cx="86325" cy="99825"/>
            </a:xfrm>
            <a:custGeom>
              <a:avLst/>
              <a:gdLst/>
              <a:ahLst/>
              <a:cxnLst/>
              <a:rect l="l" t="t" r="r" b="b"/>
              <a:pathLst>
                <a:path w="3453" h="3993" extrusionOk="0">
                  <a:moveTo>
                    <a:pt x="3452" y="0"/>
                  </a:moveTo>
                  <a:lnTo>
                    <a:pt x="0" y="2006"/>
                  </a:lnTo>
                  <a:lnTo>
                    <a:pt x="3452" y="3993"/>
                  </a:lnTo>
                  <a:lnTo>
                    <a:pt x="3452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1" name="Google Shape;2641;p60"/>
            <p:cNvSpPr/>
            <p:nvPr/>
          </p:nvSpPr>
          <p:spPr>
            <a:xfrm>
              <a:off x="2685575" y="2835950"/>
              <a:ext cx="86325" cy="99825"/>
            </a:xfrm>
            <a:custGeom>
              <a:avLst/>
              <a:gdLst/>
              <a:ahLst/>
              <a:cxnLst/>
              <a:rect l="l" t="t" r="r" b="b"/>
              <a:pathLst>
                <a:path w="3453" h="3993" extrusionOk="0">
                  <a:moveTo>
                    <a:pt x="3453" y="0"/>
                  </a:moveTo>
                  <a:lnTo>
                    <a:pt x="0" y="2006"/>
                  </a:lnTo>
                  <a:lnTo>
                    <a:pt x="3453" y="3993"/>
                  </a:lnTo>
                  <a:lnTo>
                    <a:pt x="3453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642" name="Google Shape;2642;p60"/>
          <p:cNvSpPr/>
          <p:nvPr/>
        </p:nvSpPr>
        <p:spPr>
          <a:xfrm>
            <a:off x="7770424" y="4641864"/>
            <a:ext cx="356100" cy="3561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43" name="Google Shape;2643;p60"/>
          <p:cNvSpPr/>
          <p:nvPr/>
        </p:nvSpPr>
        <p:spPr>
          <a:xfrm rot="-5400000">
            <a:off x="7837924" y="4715039"/>
            <a:ext cx="221100" cy="182100"/>
          </a:xfrm>
          <a:prstGeom prst="homePlate">
            <a:avLst>
              <a:gd name="adj" fmla="val 50000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44" name="Google Shape;2644;p60">
            <a:hlinkClick r:id="rId3" action="ppaction://hlinksldjump"/>
          </p:cNvPr>
          <p:cNvSpPr/>
          <p:nvPr/>
        </p:nvSpPr>
        <p:spPr>
          <a:xfrm>
            <a:off x="7770424" y="4641864"/>
            <a:ext cx="356100" cy="356100"/>
          </a:xfrm>
          <a:prstGeom prst="ellipse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45" name="Google Shape;2645;p60">
            <a:hlinkClick r:id="" action="ppaction://hlinkshowjump?jump=previousslide"/>
          </p:cNvPr>
          <p:cNvSpPr/>
          <p:nvPr/>
        </p:nvSpPr>
        <p:spPr>
          <a:xfrm>
            <a:off x="7462717" y="4728472"/>
            <a:ext cx="158147" cy="182899"/>
          </a:xfrm>
          <a:custGeom>
            <a:avLst/>
            <a:gdLst/>
            <a:ahLst/>
            <a:cxnLst/>
            <a:rect l="l" t="t" r="r" b="b"/>
            <a:pathLst>
              <a:path w="3453" h="3993" extrusionOk="0">
                <a:moveTo>
                  <a:pt x="3453" y="0"/>
                </a:moveTo>
                <a:lnTo>
                  <a:pt x="0" y="2006"/>
                </a:lnTo>
                <a:lnTo>
                  <a:pt x="3453" y="3993"/>
                </a:lnTo>
                <a:lnTo>
                  <a:pt x="3453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46" name="Google Shape;2646;p60">
            <a:hlinkClick r:id="" action="ppaction://hlinkshowjump?jump=nextslide"/>
          </p:cNvPr>
          <p:cNvSpPr/>
          <p:nvPr/>
        </p:nvSpPr>
        <p:spPr>
          <a:xfrm flipH="1">
            <a:off x="8276954" y="4728472"/>
            <a:ext cx="157277" cy="182899"/>
          </a:xfrm>
          <a:custGeom>
            <a:avLst/>
            <a:gdLst/>
            <a:ahLst/>
            <a:cxnLst/>
            <a:rect l="l" t="t" r="r" b="b"/>
            <a:pathLst>
              <a:path w="3434" h="3993" extrusionOk="0">
                <a:moveTo>
                  <a:pt x="3434" y="0"/>
                </a:moveTo>
                <a:lnTo>
                  <a:pt x="1" y="2006"/>
                </a:lnTo>
                <a:lnTo>
                  <a:pt x="3434" y="3993"/>
                </a:lnTo>
                <a:lnTo>
                  <a:pt x="3434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" name="Google Shape;2614;p60"/>
          <p:cNvSpPr/>
          <p:nvPr/>
        </p:nvSpPr>
        <p:spPr>
          <a:xfrm>
            <a:off x="5037748" y="2489568"/>
            <a:ext cx="555517" cy="554294"/>
          </a:xfrm>
          <a:custGeom>
            <a:avLst/>
            <a:gdLst/>
            <a:ahLst/>
            <a:cxnLst/>
            <a:rect l="l" t="t" r="r" b="b"/>
            <a:pathLst>
              <a:path w="11362" h="11337" extrusionOk="0">
                <a:moveTo>
                  <a:pt x="11362" y="5668"/>
                </a:moveTo>
                <a:cubicBezTo>
                  <a:pt x="11362" y="8798"/>
                  <a:pt x="8823" y="11337"/>
                  <a:pt x="5669" y="11337"/>
                </a:cubicBezTo>
                <a:cubicBezTo>
                  <a:pt x="2539" y="11337"/>
                  <a:pt x="1" y="8798"/>
                  <a:pt x="1" y="5668"/>
                </a:cubicBezTo>
                <a:cubicBezTo>
                  <a:pt x="1" y="2539"/>
                  <a:pt x="2539" y="0"/>
                  <a:pt x="5669" y="0"/>
                </a:cubicBezTo>
                <a:cubicBezTo>
                  <a:pt x="8823" y="0"/>
                  <a:pt x="11362" y="2539"/>
                  <a:pt x="11362" y="5668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" name="Google Shape;2631;p60"/>
          <p:cNvSpPr txBox="1">
            <a:spLocks noGrp="1"/>
          </p:cNvSpPr>
          <p:nvPr>
            <p:ph type="title" idx="15"/>
          </p:nvPr>
        </p:nvSpPr>
        <p:spPr>
          <a:xfrm>
            <a:off x="4904657" y="2419616"/>
            <a:ext cx="821700" cy="554400"/>
          </a:xfrm>
          <a:prstGeom prst="rect">
            <a:avLst/>
          </a:prstGeom>
        </p:spPr>
        <p:txBody>
          <a:bodyPr spcFirstLastPara="1" wrap="square" lIns="91425" tIns="18287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smtClean="0">
                <a:solidFill>
                  <a:schemeClr val="dk1"/>
                </a:solidFill>
              </a:rPr>
              <a:t>10</a:t>
            </a:r>
            <a:endParaRPr dirty="0">
              <a:solidFill>
                <a:schemeClr val="dk1"/>
              </a:solidFill>
            </a:endParaRPr>
          </a:p>
        </p:txBody>
      </p:sp>
      <p:sp>
        <p:nvSpPr>
          <p:cNvPr id="44" name="Google Shape;2632;p60"/>
          <p:cNvSpPr txBox="1">
            <a:spLocks noGrp="1"/>
          </p:cNvSpPr>
          <p:nvPr>
            <p:ph type="subTitle" idx="16"/>
          </p:nvPr>
        </p:nvSpPr>
        <p:spPr>
          <a:xfrm>
            <a:off x="5726356" y="2435748"/>
            <a:ext cx="2887200" cy="3546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/>
          <a:p>
            <a:pPr marL="0" lvl="0" indent="0">
              <a:spcAft>
                <a:spcPts val="1200"/>
              </a:spcAft>
            </a:pPr>
            <a:r>
              <a:rPr lang="en-US" b="1" dirty="0"/>
              <a:t>Milestones</a:t>
            </a:r>
            <a:endParaRPr dirty="0"/>
          </a:p>
        </p:txBody>
      </p:sp>
      <p:sp>
        <p:nvSpPr>
          <p:cNvPr id="45" name="Google Shape;2633;p60"/>
          <p:cNvSpPr txBox="1">
            <a:spLocks noGrp="1"/>
          </p:cNvSpPr>
          <p:nvPr>
            <p:ph type="subTitle" idx="17"/>
          </p:nvPr>
        </p:nvSpPr>
        <p:spPr>
          <a:xfrm>
            <a:off x="5777224" y="2889720"/>
            <a:ext cx="2349300" cy="5472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/>
          <a:p>
            <a:pPr marL="0" lvl="0" indent="0">
              <a:buClr>
                <a:schemeClr val="dk1"/>
              </a:buClr>
              <a:buSzPts val="1100"/>
            </a:pPr>
            <a:r>
              <a:rPr lang="en-US" dirty="0"/>
              <a:t>Project phases from data collection to deployment.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0929514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6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26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26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26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26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26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26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26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/>
                                        <p:tgtEl>
                                          <p:spTgt spid="26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/>
                                        <p:tgtEl>
                                          <p:spTgt spid="26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/>
                                        <p:tgtEl>
                                          <p:spTgt spid="26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/>
                                        <p:tgtEl>
                                          <p:spTgt spid="26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/>
                                        <p:tgtEl>
                                          <p:spTgt spid="26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/>
                                        <p:tgtEl>
                                          <p:spTgt spid="26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/>
                                        <p:tgtEl>
                                          <p:spTgt spid="26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/>
                                        <p:tgtEl>
                                          <p:spTgt spid="26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26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1000"/>
                                        <p:tgtEl>
                                          <p:spTgt spid="26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1000"/>
                                        <p:tgtEl>
                                          <p:spTgt spid="26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26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/>
                                        <p:tgtEl>
                                          <p:spTgt spid="26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1000"/>
                                        <p:tgtEl>
                                          <p:spTgt spid="26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1000"/>
                                        <p:tgtEl>
                                          <p:spTgt spid="26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1000"/>
                                        <p:tgtEl>
                                          <p:spTgt spid="26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1000"/>
                                        <p:tgtEl>
                                          <p:spTgt spid="26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1000"/>
                                        <p:tgtEl>
                                          <p:spTgt spid="26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10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10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2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3" dur="1000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4" dur="1000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10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0606"/>
        </a:solidFill>
        <a:effectLst/>
      </p:bgPr>
    </p:bg>
    <p:spTree>
      <p:nvGrpSpPr>
        <p:cNvPr id="1" name="Shape 26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6" name="Google Shape;2686;p62"/>
          <p:cNvSpPr txBox="1">
            <a:spLocks noGrp="1"/>
          </p:cNvSpPr>
          <p:nvPr>
            <p:ph type="title"/>
          </p:nvPr>
        </p:nvSpPr>
        <p:spPr>
          <a:xfrm>
            <a:off x="803350" y="1543699"/>
            <a:ext cx="4635900" cy="6321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/>
          <a:p>
            <a:pPr lvl="0"/>
            <a:r>
              <a:rPr lang="en-US" b="1" dirty="0"/>
              <a:t>Introduction</a:t>
            </a:r>
            <a:endParaRPr dirty="0"/>
          </a:p>
        </p:txBody>
      </p:sp>
      <p:sp>
        <p:nvSpPr>
          <p:cNvPr id="2687" name="Google Shape;2687;p62"/>
          <p:cNvSpPr txBox="1">
            <a:spLocks noGrp="1"/>
          </p:cNvSpPr>
          <p:nvPr>
            <p:ph type="subTitle" idx="1"/>
          </p:nvPr>
        </p:nvSpPr>
        <p:spPr>
          <a:xfrm>
            <a:off x="686394" y="2175799"/>
            <a:ext cx="4869812" cy="133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Overview of </a:t>
            </a:r>
            <a:r>
              <a:rPr lang="en-US" dirty="0" err="1"/>
              <a:t>SmartFeed</a:t>
            </a:r>
            <a:r>
              <a:rPr lang="en-US" dirty="0"/>
              <a:t> project </a:t>
            </a:r>
            <a:r>
              <a:rPr lang="en-US" dirty="0" smtClean="0"/>
              <a:t>goals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 smtClean="0"/>
              <a:t>Introduction </a:t>
            </a:r>
            <a:r>
              <a:rPr lang="en-US" dirty="0"/>
              <a:t>to the challenges of news </a:t>
            </a:r>
            <a:r>
              <a:rPr lang="en-US" dirty="0" smtClean="0"/>
              <a:t>consumption</a:t>
            </a:r>
            <a:endParaRPr lang="en-US" dirty="0"/>
          </a:p>
        </p:txBody>
      </p:sp>
      <p:sp>
        <p:nvSpPr>
          <p:cNvPr id="2689" name="Google Shape;2689;p62"/>
          <p:cNvSpPr/>
          <p:nvPr/>
        </p:nvSpPr>
        <p:spPr>
          <a:xfrm>
            <a:off x="7770424" y="4641864"/>
            <a:ext cx="356100" cy="3561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90" name="Google Shape;2690;p62"/>
          <p:cNvSpPr/>
          <p:nvPr/>
        </p:nvSpPr>
        <p:spPr>
          <a:xfrm rot="-5400000">
            <a:off x="7837924" y="4715039"/>
            <a:ext cx="221100" cy="182100"/>
          </a:xfrm>
          <a:prstGeom prst="homePlate">
            <a:avLst>
              <a:gd name="adj" fmla="val 50000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91" name="Google Shape;2691;p62">
            <a:hlinkClick r:id="rId3" action="ppaction://hlinksldjump"/>
          </p:cNvPr>
          <p:cNvSpPr/>
          <p:nvPr/>
        </p:nvSpPr>
        <p:spPr>
          <a:xfrm>
            <a:off x="7770424" y="4641864"/>
            <a:ext cx="356100" cy="356100"/>
          </a:xfrm>
          <a:prstGeom prst="ellipse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92" name="Google Shape;2692;p62">
            <a:hlinkClick r:id="" action="ppaction://hlinkshowjump?jump=previousslide"/>
          </p:cNvPr>
          <p:cNvSpPr/>
          <p:nvPr/>
        </p:nvSpPr>
        <p:spPr>
          <a:xfrm>
            <a:off x="7462717" y="4728472"/>
            <a:ext cx="158147" cy="182899"/>
          </a:xfrm>
          <a:custGeom>
            <a:avLst/>
            <a:gdLst/>
            <a:ahLst/>
            <a:cxnLst/>
            <a:rect l="l" t="t" r="r" b="b"/>
            <a:pathLst>
              <a:path w="3453" h="3993" extrusionOk="0">
                <a:moveTo>
                  <a:pt x="3453" y="0"/>
                </a:moveTo>
                <a:lnTo>
                  <a:pt x="0" y="2006"/>
                </a:lnTo>
                <a:lnTo>
                  <a:pt x="3453" y="3993"/>
                </a:lnTo>
                <a:lnTo>
                  <a:pt x="3453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93" name="Google Shape;2693;p62">
            <a:hlinkClick r:id="" action="ppaction://hlinkshowjump?jump=nextslide"/>
          </p:cNvPr>
          <p:cNvSpPr/>
          <p:nvPr/>
        </p:nvSpPr>
        <p:spPr>
          <a:xfrm flipH="1">
            <a:off x="8276954" y="4728472"/>
            <a:ext cx="157277" cy="182899"/>
          </a:xfrm>
          <a:custGeom>
            <a:avLst/>
            <a:gdLst/>
            <a:ahLst/>
            <a:cxnLst/>
            <a:rect l="l" t="t" r="r" b="b"/>
            <a:pathLst>
              <a:path w="3434" h="3993" extrusionOk="0">
                <a:moveTo>
                  <a:pt x="3434" y="0"/>
                </a:moveTo>
                <a:lnTo>
                  <a:pt x="1" y="2006"/>
                </a:lnTo>
                <a:lnTo>
                  <a:pt x="3434" y="3993"/>
                </a:lnTo>
                <a:lnTo>
                  <a:pt x="3434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" name="Picture 1" descr="Magazine news article vector illustration | Free vector - 390650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73162" y="1326057"/>
            <a:ext cx="2997872" cy="1999206"/>
          </a:xfrm>
          <a:prstGeom prst="rect">
            <a:avLst/>
          </a:prstGeom>
          <a:noFill/>
          <a:ln>
            <a:solidFill>
              <a:srgbClr val="002060"/>
            </a:solidFill>
          </a:ln>
          <a:effectLst>
            <a:reflection blurRad="6350" stA="50000" endA="300" endPos="55000" dir="5400000" sy="-100000" algn="bl" rotWithShape="0"/>
          </a:effectLst>
        </p:spPr>
      </p:pic>
      <p:sp>
        <p:nvSpPr>
          <p:cNvPr id="12" name="Google Shape;2615;p60"/>
          <p:cNvSpPr/>
          <p:nvPr/>
        </p:nvSpPr>
        <p:spPr>
          <a:xfrm>
            <a:off x="2204201" y="353817"/>
            <a:ext cx="555517" cy="554294"/>
          </a:xfrm>
          <a:custGeom>
            <a:avLst/>
            <a:gdLst/>
            <a:ahLst/>
            <a:cxnLst/>
            <a:rect l="l" t="t" r="r" b="b"/>
            <a:pathLst>
              <a:path w="11362" h="11337" extrusionOk="0">
                <a:moveTo>
                  <a:pt x="11362" y="5668"/>
                </a:moveTo>
                <a:cubicBezTo>
                  <a:pt x="11362" y="8798"/>
                  <a:pt x="8823" y="11337"/>
                  <a:pt x="5669" y="11337"/>
                </a:cubicBezTo>
                <a:cubicBezTo>
                  <a:pt x="2539" y="11337"/>
                  <a:pt x="1" y="8798"/>
                  <a:pt x="1" y="5668"/>
                </a:cubicBezTo>
                <a:cubicBezTo>
                  <a:pt x="1" y="2539"/>
                  <a:pt x="2539" y="0"/>
                  <a:pt x="5669" y="0"/>
                </a:cubicBezTo>
                <a:cubicBezTo>
                  <a:pt x="8823" y="0"/>
                  <a:pt x="11362" y="2539"/>
                  <a:pt x="11362" y="5668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" name="Google Shape;2622;p60"/>
          <p:cNvSpPr txBox="1">
            <a:spLocks/>
          </p:cNvSpPr>
          <p:nvPr/>
        </p:nvSpPr>
        <p:spPr>
          <a:xfrm>
            <a:off x="1004129" y="630964"/>
            <a:ext cx="821700" cy="554400"/>
          </a:xfrm>
          <a:prstGeom prst="rect">
            <a:avLst/>
          </a:prstGeom>
        </p:spPr>
        <p:txBody>
          <a:bodyPr spcFirstLastPara="1" wrap="square" lIns="91425" tIns="18287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" smtClean="0">
                <a:solidFill>
                  <a:schemeClr val="dk1"/>
                </a:solidFill>
              </a:rPr>
              <a:t>07</a:t>
            </a:r>
            <a:endParaRPr lang="en" dirty="0">
              <a:solidFill>
                <a:schemeClr val="dk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/>
                                        <p:tgtEl>
                                          <p:spTgt spid="268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26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26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26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26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26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26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10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10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8" name="Google Shape;2698;p63"/>
          <p:cNvSpPr txBox="1">
            <a:spLocks noGrp="1"/>
          </p:cNvSpPr>
          <p:nvPr>
            <p:ph type="title"/>
          </p:nvPr>
        </p:nvSpPr>
        <p:spPr>
          <a:xfrm>
            <a:off x="1825050" y="1909850"/>
            <a:ext cx="5493900" cy="4206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/>
          <a:p>
            <a:pPr lvl="0" algn="l"/>
            <a:r>
              <a:rPr lang="en-US" b="1" dirty="0"/>
              <a:t>Problem Description</a:t>
            </a:r>
            <a:endParaRPr dirty="0"/>
          </a:p>
        </p:txBody>
      </p:sp>
      <p:grpSp>
        <p:nvGrpSpPr>
          <p:cNvPr id="2699" name="Google Shape;2699;p63"/>
          <p:cNvGrpSpPr/>
          <p:nvPr/>
        </p:nvGrpSpPr>
        <p:grpSpPr>
          <a:xfrm>
            <a:off x="5268783" y="-1501970"/>
            <a:ext cx="2795003" cy="2795003"/>
            <a:chOff x="1943325" y="-220375"/>
            <a:chExt cx="1298672" cy="1298672"/>
          </a:xfrm>
        </p:grpSpPr>
        <p:sp>
          <p:nvSpPr>
            <p:cNvPr id="2700" name="Google Shape;2700;p63"/>
            <p:cNvSpPr/>
            <p:nvPr/>
          </p:nvSpPr>
          <p:spPr>
            <a:xfrm>
              <a:off x="2582255" y="-220375"/>
              <a:ext cx="49" cy="460871"/>
            </a:xfrm>
            <a:custGeom>
              <a:avLst/>
              <a:gdLst/>
              <a:ahLst/>
              <a:cxnLst/>
              <a:rect l="l" t="t" r="r" b="b"/>
              <a:pathLst>
                <a:path w="1" h="9432" fill="none" extrusionOk="0">
                  <a:moveTo>
                    <a:pt x="0" y="0"/>
                  </a:moveTo>
                  <a:lnTo>
                    <a:pt x="0" y="9431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1" name="Google Shape;2701;p63"/>
            <p:cNvSpPr/>
            <p:nvPr/>
          </p:nvSpPr>
          <p:spPr>
            <a:xfrm>
              <a:off x="2414509" y="-195895"/>
              <a:ext cx="118785" cy="444844"/>
            </a:xfrm>
            <a:custGeom>
              <a:avLst/>
              <a:gdLst/>
              <a:ahLst/>
              <a:cxnLst/>
              <a:rect l="l" t="t" r="r" b="b"/>
              <a:pathLst>
                <a:path w="2431" h="9104" fill="none" extrusionOk="0">
                  <a:moveTo>
                    <a:pt x="0" y="1"/>
                  </a:moveTo>
                  <a:lnTo>
                    <a:pt x="2431" y="9104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2" name="Google Shape;2702;p63"/>
            <p:cNvSpPr/>
            <p:nvPr/>
          </p:nvSpPr>
          <p:spPr>
            <a:xfrm>
              <a:off x="2259027" y="-128024"/>
              <a:ext cx="229996" cy="398669"/>
            </a:xfrm>
            <a:custGeom>
              <a:avLst/>
              <a:gdLst/>
              <a:ahLst/>
              <a:cxnLst/>
              <a:rect l="l" t="t" r="r" b="b"/>
              <a:pathLst>
                <a:path w="4707" h="8159" fill="none" extrusionOk="0">
                  <a:moveTo>
                    <a:pt x="0" y="0"/>
                  </a:moveTo>
                  <a:lnTo>
                    <a:pt x="4706" y="8158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3" name="Google Shape;2703;p63"/>
            <p:cNvSpPr/>
            <p:nvPr/>
          </p:nvSpPr>
          <p:spPr>
            <a:xfrm>
              <a:off x="2126121" y="-22481"/>
              <a:ext cx="325180" cy="325180"/>
            </a:xfrm>
            <a:custGeom>
              <a:avLst/>
              <a:gdLst/>
              <a:ahLst/>
              <a:cxnLst/>
              <a:rect l="l" t="t" r="r" b="b"/>
              <a:pathLst>
                <a:path w="6655" h="6655" fill="none" extrusionOk="0">
                  <a:moveTo>
                    <a:pt x="1" y="0"/>
                  </a:moveTo>
                  <a:lnTo>
                    <a:pt x="6655" y="6654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4" name="Google Shape;2704;p63"/>
            <p:cNvSpPr/>
            <p:nvPr/>
          </p:nvSpPr>
          <p:spPr>
            <a:xfrm>
              <a:off x="2025317" y="113211"/>
              <a:ext cx="398669" cy="230924"/>
            </a:xfrm>
            <a:custGeom>
              <a:avLst/>
              <a:gdLst/>
              <a:ahLst/>
              <a:cxnLst/>
              <a:rect l="l" t="t" r="r" b="b"/>
              <a:pathLst>
                <a:path w="8159" h="4726" fill="none" extrusionOk="0">
                  <a:moveTo>
                    <a:pt x="0" y="1"/>
                  </a:moveTo>
                  <a:lnTo>
                    <a:pt x="8158" y="4726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5" name="Google Shape;2705;p63"/>
            <p:cNvSpPr/>
            <p:nvPr/>
          </p:nvSpPr>
          <p:spPr>
            <a:xfrm>
              <a:off x="1963114" y="270598"/>
              <a:ext cx="444844" cy="119713"/>
            </a:xfrm>
            <a:custGeom>
              <a:avLst/>
              <a:gdLst/>
              <a:ahLst/>
              <a:cxnLst/>
              <a:rect l="l" t="t" r="r" b="b"/>
              <a:pathLst>
                <a:path w="9104" h="2450" fill="none" extrusionOk="0">
                  <a:moveTo>
                    <a:pt x="0" y="0"/>
                  </a:moveTo>
                  <a:lnTo>
                    <a:pt x="9103" y="24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6" name="Google Shape;2706;p63"/>
            <p:cNvSpPr/>
            <p:nvPr/>
          </p:nvSpPr>
          <p:spPr>
            <a:xfrm>
              <a:off x="1943325" y="439273"/>
              <a:ext cx="460871" cy="49"/>
            </a:xfrm>
            <a:custGeom>
              <a:avLst/>
              <a:gdLst/>
              <a:ahLst/>
              <a:cxnLst/>
              <a:rect l="l" t="t" r="r" b="b"/>
              <a:pathLst>
                <a:path w="9432" h="1" fill="none" extrusionOk="0">
                  <a:moveTo>
                    <a:pt x="0" y="1"/>
                  </a:moveTo>
                  <a:lnTo>
                    <a:pt x="9431" y="1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7" name="Google Shape;2707;p63"/>
            <p:cNvSpPr/>
            <p:nvPr/>
          </p:nvSpPr>
          <p:spPr>
            <a:xfrm>
              <a:off x="1967805" y="487354"/>
              <a:ext cx="445821" cy="119713"/>
            </a:xfrm>
            <a:custGeom>
              <a:avLst/>
              <a:gdLst/>
              <a:ahLst/>
              <a:cxnLst/>
              <a:rect l="l" t="t" r="r" b="b"/>
              <a:pathLst>
                <a:path w="9124" h="2450" fill="none" extrusionOk="0">
                  <a:moveTo>
                    <a:pt x="1" y="2450"/>
                  </a:moveTo>
                  <a:lnTo>
                    <a:pt x="9123" y="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8" name="Google Shape;2708;p63"/>
            <p:cNvSpPr/>
            <p:nvPr/>
          </p:nvSpPr>
          <p:spPr>
            <a:xfrm>
              <a:off x="2035676" y="532600"/>
              <a:ext cx="398669" cy="229996"/>
            </a:xfrm>
            <a:custGeom>
              <a:avLst/>
              <a:gdLst/>
              <a:ahLst/>
              <a:cxnLst/>
              <a:rect l="l" t="t" r="r" b="b"/>
              <a:pathLst>
                <a:path w="8159" h="4707" fill="none" extrusionOk="0">
                  <a:moveTo>
                    <a:pt x="0" y="4706"/>
                  </a:moveTo>
                  <a:lnTo>
                    <a:pt x="8158" y="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9" name="Google Shape;2709;p63"/>
            <p:cNvSpPr/>
            <p:nvPr/>
          </p:nvSpPr>
          <p:spPr>
            <a:xfrm>
              <a:off x="2141219" y="569345"/>
              <a:ext cx="326108" cy="326108"/>
            </a:xfrm>
            <a:custGeom>
              <a:avLst/>
              <a:gdLst/>
              <a:ahLst/>
              <a:cxnLst/>
              <a:rect l="l" t="t" r="r" b="b"/>
              <a:pathLst>
                <a:path w="6674" h="6674" fill="none" extrusionOk="0">
                  <a:moveTo>
                    <a:pt x="0" y="6674"/>
                  </a:moveTo>
                  <a:lnTo>
                    <a:pt x="6673" y="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0" name="Google Shape;2710;p63"/>
            <p:cNvSpPr/>
            <p:nvPr/>
          </p:nvSpPr>
          <p:spPr>
            <a:xfrm>
              <a:off x="2277840" y="597588"/>
              <a:ext cx="229996" cy="398718"/>
            </a:xfrm>
            <a:custGeom>
              <a:avLst/>
              <a:gdLst/>
              <a:ahLst/>
              <a:cxnLst/>
              <a:rect l="l" t="t" r="r" b="b"/>
              <a:pathLst>
                <a:path w="4707" h="8160" fill="none" extrusionOk="0">
                  <a:moveTo>
                    <a:pt x="1" y="8159"/>
                  </a:moveTo>
                  <a:lnTo>
                    <a:pt x="4707" y="1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1" name="Google Shape;2711;p63"/>
            <p:cNvSpPr/>
            <p:nvPr/>
          </p:nvSpPr>
          <p:spPr>
            <a:xfrm>
              <a:off x="2435227" y="613615"/>
              <a:ext cx="118785" cy="444893"/>
            </a:xfrm>
            <a:custGeom>
              <a:avLst/>
              <a:gdLst/>
              <a:ahLst/>
              <a:cxnLst/>
              <a:rect l="l" t="t" r="r" b="b"/>
              <a:pathLst>
                <a:path w="2431" h="9105" fill="none" extrusionOk="0">
                  <a:moveTo>
                    <a:pt x="1" y="9104"/>
                  </a:moveTo>
                  <a:lnTo>
                    <a:pt x="2431" y="1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2" name="Google Shape;2712;p63"/>
            <p:cNvSpPr/>
            <p:nvPr/>
          </p:nvSpPr>
          <p:spPr>
            <a:xfrm>
              <a:off x="2602973" y="617377"/>
              <a:ext cx="49" cy="460920"/>
            </a:xfrm>
            <a:custGeom>
              <a:avLst/>
              <a:gdLst/>
              <a:ahLst/>
              <a:cxnLst/>
              <a:rect l="l" t="t" r="r" b="b"/>
              <a:pathLst>
                <a:path w="1" h="9433" fill="none" extrusionOk="0">
                  <a:moveTo>
                    <a:pt x="1" y="9432"/>
                  </a:moveTo>
                  <a:lnTo>
                    <a:pt x="1" y="1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3" name="Google Shape;2713;p63"/>
            <p:cNvSpPr/>
            <p:nvPr/>
          </p:nvSpPr>
          <p:spPr>
            <a:xfrm>
              <a:off x="2651982" y="607996"/>
              <a:ext cx="118785" cy="444844"/>
            </a:xfrm>
            <a:custGeom>
              <a:avLst/>
              <a:gdLst/>
              <a:ahLst/>
              <a:cxnLst/>
              <a:rect l="l" t="t" r="r" b="b"/>
              <a:pathLst>
                <a:path w="2431" h="9104" fill="none" extrusionOk="0">
                  <a:moveTo>
                    <a:pt x="2431" y="9103"/>
                  </a:moveTo>
                  <a:lnTo>
                    <a:pt x="1" y="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4" name="Google Shape;2714;p63"/>
            <p:cNvSpPr/>
            <p:nvPr/>
          </p:nvSpPr>
          <p:spPr>
            <a:xfrm>
              <a:off x="2696300" y="586301"/>
              <a:ext cx="229996" cy="398669"/>
            </a:xfrm>
            <a:custGeom>
              <a:avLst/>
              <a:gdLst/>
              <a:ahLst/>
              <a:cxnLst/>
              <a:rect l="l" t="t" r="r" b="b"/>
              <a:pathLst>
                <a:path w="4707" h="8159" fill="none" extrusionOk="0">
                  <a:moveTo>
                    <a:pt x="4706" y="8159"/>
                  </a:moveTo>
                  <a:lnTo>
                    <a:pt x="0" y="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5" name="Google Shape;2715;p63"/>
            <p:cNvSpPr/>
            <p:nvPr/>
          </p:nvSpPr>
          <p:spPr>
            <a:xfrm>
              <a:off x="2733974" y="554247"/>
              <a:ext cx="325180" cy="326108"/>
            </a:xfrm>
            <a:custGeom>
              <a:avLst/>
              <a:gdLst/>
              <a:ahLst/>
              <a:cxnLst/>
              <a:rect l="l" t="t" r="r" b="b"/>
              <a:pathLst>
                <a:path w="6655" h="6674" fill="none" extrusionOk="0">
                  <a:moveTo>
                    <a:pt x="6655" y="6674"/>
                  </a:moveTo>
                  <a:lnTo>
                    <a:pt x="1" y="1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6" name="Google Shape;2716;p63"/>
            <p:cNvSpPr/>
            <p:nvPr/>
          </p:nvSpPr>
          <p:spPr>
            <a:xfrm>
              <a:off x="2761288" y="513739"/>
              <a:ext cx="398718" cy="229996"/>
            </a:xfrm>
            <a:custGeom>
              <a:avLst/>
              <a:gdLst/>
              <a:ahLst/>
              <a:cxnLst/>
              <a:rect l="l" t="t" r="r" b="b"/>
              <a:pathLst>
                <a:path w="8160" h="4707" fill="none" extrusionOk="0">
                  <a:moveTo>
                    <a:pt x="8159" y="4706"/>
                  </a:moveTo>
                  <a:lnTo>
                    <a:pt x="1" y="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7" name="Google Shape;2717;p63"/>
            <p:cNvSpPr/>
            <p:nvPr/>
          </p:nvSpPr>
          <p:spPr>
            <a:xfrm>
              <a:off x="2777315" y="466636"/>
              <a:ext cx="444893" cy="119713"/>
            </a:xfrm>
            <a:custGeom>
              <a:avLst/>
              <a:gdLst/>
              <a:ahLst/>
              <a:cxnLst/>
              <a:rect l="l" t="t" r="r" b="b"/>
              <a:pathLst>
                <a:path w="9105" h="2450" fill="none" extrusionOk="0">
                  <a:moveTo>
                    <a:pt x="9104" y="2449"/>
                  </a:moveTo>
                  <a:lnTo>
                    <a:pt x="1" y="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8" name="Google Shape;2718;p63"/>
            <p:cNvSpPr/>
            <p:nvPr/>
          </p:nvSpPr>
          <p:spPr>
            <a:xfrm>
              <a:off x="2781077" y="417626"/>
              <a:ext cx="460920" cy="49"/>
            </a:xfrm>
            <a:custGeom>
              <a:avLst/>
              <a:gdLst/>
              <a:ahLst/>
              <a:cxnLst/>
              <a:rect l="l" t="t" r="r" b="b"/>
              <a:pathLst>
                <a:path w="9433" h="1" fill="none" extrusionOk="0">
                  <a:moveTo>
                    <a:pt x="9432" y="0"/>
                  </a:moveTo>
                  <a:lnTo>
                    <a:pt x="1" y="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9" name="Google Shape;2719;p63"/>
            <p:cNvSpPr/>
            <p:nvPr/>
          </p:nvSpPr>
          <p:spPr>
            <a:xfrm>
              <a:off x="2771696" y="249880"/>
              <a:ext cx="444844" cy="119713"/>
            </a:xfrm>
            <a:custGeom>
              <a:avLst/>
              <a:gdLst/>
              <a:ahLst/>
              <a:cxnLst/>
              <a:rect l="l" t="t" r="r" b="b"/>
              <a:pathLst>
                <a:path w="9104" h="2450" fill="none" extrusionOk="0">
                  <a:moveTo>
                    <a:pt x="9103" y="0"/>
                  </a:moveTo>
                  <a:lnTo>
                    <a:pt x="0" y="24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0" name="Google Shape;2720;p63"/>
            <p:cNvSpPr/>
            <p:nvPr/>
          </p:nvSpPr>
          <p:spPr>
            <a:xfrm>
              <a:off x="2750929" y="94350"/>
              <a:ext cx="398718" cy="230973"/>
            </a:xfrm>
            <a:custGeom>
              <a:avLst/>
              <a:gdLst/>
              <a:ahLst/>
              <a:cxnLst/>
              <a:rect l="l" t="t" r="r" b="b"/>
              <a:pathLst>
                <a:path w="8160" h="4727" fill="none" extrusionOk="0">
                  <a:moveTo>
                    <a:pt x="8159" y="1"/>
                  </a:moveTo>
                  <a:lnTo>
                    <a:pt x="1" y="4726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1" name="Google Shape;2721;p63"/>
            <p:cNvSpPr/>
            <p:nvPr/>
          </p:nvSpPr>
          <p:spPr>
            <a:xfrm>
              <a:off x="2717947" y="-38508"/>
              <a:ext cx="326108" cy="326108"/>
            </a:xfrm>
            <a:custGeom>
              <a:avLst/>
              <a:gdLst/>
              <a:ahLst/>
              <a:cxnLst/>
              <a:rect l="l" t="t" r="r" b="b"/>
              <a:pathLst>
                <a:path w="6674" h="6674" fill="none" extrusionOk="0">
                  <a:moveTo>
                    <a:pt x="6674" y="0"/>
                  </a:moveTo>
                  <a:lnTo>
                    <a:pt x="1" y="6674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2" name="Google Shape;2722;p63"/>
            <p:cNvSpPr/>
            <p:nvPr/>
          </p:nvSpPr>
          <p:spPr>
            <a:xfrm>
              <a:off x="2677439" y="-139361"/>
              <a:ext cx="229996" cy="399646"/>
            </a:xfrm>
            <a:custGeom>
              <a:avLst/>
              <a:gdLst/>
              <a:ahLst/>
              <a:cxnLst/>
              <a:rect l="l" t="t" r="r" b="b"/>
              <a:pathLst>
                <a:path w="4707" h="8179" fill="none" extrusionOk="0">
                  <a:moveTo>
                    <a:pt x="4706" y="1"/>
                  </a:moveTo>
                  <a:lnTo>
                    <a:pt x="0" y="8178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3" name="Google Shape;2723;p63"/>
            <p:cNvSpPr/>
            <p:nvPr/>
          </p:nvSpPr>
          <p:spPr>
            <a:xfrm>
              <a:off x="2631264" y="-201563"/>
              <a:ext cx="118785" cy="444893"/>
            </a:xfrm>
            <a:custGeom>
              <a:avLst/>
              <a:gdLst/>
              <a:ahLst/>
              <a:cxnLst/>
              <a:rect l="l" t="t" r="r" b="b"/>
              <a:pathLst>
                <a:path w="2431" h="9105" fill="none" extrusionOk="0">
                  <a:moveTo>
                    <a:pt x="2430" y="1"/>
                  </a:moveTo>
                  <a:lnTo>
                    <a:pt x="0" y="9104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4" name="Google Shape;2724;p63"/>
            <p:cNvSpPr/>
            <p:nvPr/>
          </p:nvSpPr>
          <p:spPr>
            <a:xfrm>
              <a:off x="2607712" y="-215684"/>
              <a:ext cx="62251" cy="456180"/>
            </a:xfrm>
            <a:custGeom>
              <a:avLst/>
              <a:gdLst/>
              <a:ahLst/>
              <a:cxnLst/>
              <a:rect l="l" t="t" r="r" b="b"/>
              <a:pathLst>
                <a:path w="1274" h="9336" fill="none" extrusionOk="0">
                  <a:moveTo>
                    <a:pt x="1273" y="0"/>
                  </a:moveTo>
                  <a:lnTo>
                    <a:pt x="0" y="9335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5" name="Google Shape;2725;p63"/>
            <p:cNvSpPr/>
            <p:nvPr/>
          </p:nvSpPr>
          <p:spPr>
            <a:xfrm>
              <a:off x="2500263" y="-213779"/>
              <a:ext cx="57511" cy="457109"/>
            </a:xfrm>
            <a:custGeom>
              <a:avLst/>
              <a:gdLst/>
              <a:ahLst/>
              <a:cxnLst/>
              <a:rect l="l" t="t" r="r" b="b"/>
              <a:pathLst>
                <a:path w="1177" h="9355" fill="none" extrusionOk="0">
                  <a:moveTo>
                    <a:pt x="1" y="0"/>
                  </a:moveTo>
                  <a:lnTo>
                    <a:pt x="1177" y="9354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6" name="Google Shape;2726;p63"/>
            <p:cNvSpPr/>
            <p:nvPr/>
          </p:nvSpPr>
          <p:spPr>
            <a:xfrm>
              <a:off x="2337208" y="-168580"/>
              <a:ext cx="174390" cy="426961"/>
            </a:xfrm>
            <a:custGeom>
              <a:avLst/>
              <a:gdLst/>
              <a:ahLst/>
              <a:cxnLst/>
              <a:rect l="l" t="t" r="r" b="b"/>
              <a:pathLst>
                <a:path w="3569" h="8738" fill="none" extrusionOk="0">
                  <a:moveTo>
                    <a:pt x="1" y="1"/>
                  </a:moveTo>
                  <a:lnTo>
                    <a:pt x="3569" y="8738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7" name="Google Shape;2727;p63"/>
            <p:cNvSpPr/>
            <p:nvPr/>
          </p:nvSpPr>
          <p:spPr>
            <a:xfrm>
              <a:off x="2191157" y="-81849"/>
              <a:ext cx="279005" cy="366615"/>
            </a:xfrm>
            <a:custGeom>
              <a:avLst/>
              <a:gdLst/>
              <a:ahLst/>
              <a:cxnLst/>
              <a:rect l="l" t="t" r="r" b="b"/>
              <a:pathLst>
                <a:path w="5710" h="7503" fill="none" extrusionOk="0">
                  <a:moveTo>
                    <a:pt x="0" y="0"/>
                  </a:moveTo>
                  <a:lnTo>
                    <a:pt x="5709" y="7503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8" name="Google Shape;2728;p63"/>
            <p:cNvSpPr/>
            <p:nvPr/>
          </p:nvSpPr>
          <p:spPr>
            <a:xfrm>
              <a:off x="2072420" y="39722"/>
              <a:ext cx="364759" cy="281790"/>
            </a:xfrm>
            <a:custGeom>
              <a:avLst/>
              <a:gdLst/>
              <a:ahLst/>
              <a:cxnLst/>
              <a:rect l="l" t="t" r="r" b="b"/>
              <a:pathLst>
                <a:path w="7465" h="5767" fill="none" extrusionOk="0">
                  <a:moveTo>
                    <a:pt x="0" y="0"/>
                  </a:moveTo>
                  <a:lnTo>
                    <a:pt x="7464" y="5767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9" name="Google Shape;2729;p63"/>
            <p:cNvSpPr/>
            <p:nvPr/>
          </p:nvSpPr>
          <p:spPr>
            <a:xfrm>
              <a:off x="1989500" y="187678"/>
              <a:ext cx="425055" cy="178153"/>
            </a:xfrm>
            <a:custGeom>
              <a:avLst/>
              <a:gdLst/>
              <a:ahLst/>
              <a:cxnLst/>
              <a:rect l="l" t="t" r="r" b="b"/>
              <a:pathLst>
                <a:path w="8699" h="3646" fill="none" extrusionOk="0">
                  <a:moveTo>
                    <a:pt x="0" y="0"/>
                  </a:moveTo>
                  <a:lnTo>
                    <a:pt x="8698" y="3645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0" name="Google Shape;2730;p63"/>
            <p:cNvSpPr/>
            <p:nvPr/>
          </p:nvSpPr>
          <p:spPr>
            <a:xfrm>
              <a:off x="1948016" y="351662"/>
              <a:ext cx="456180" cy="62251"/>
            </a:xfrm>
            <a:custGeom>
              <a:avLst/>
              <a:gdLst/>
              <a:ahLst/>
              <a:cxnLst/>
              <a:rect l="l" t="t" r="r" b="b"/>
              <a:pathLst>
                <a:path w="9336" h="1274" fill="none" extrusionOk="0">
                  <a:moveTo>
                    <a:pt x="1" y="0"/>
                  </a:moveTo>
                  <a:lnTo>
                    <a:pt x="9335" y="1273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1" name="Google Shape;2731;p63"/>
            <p:cNvSpPr/>
            <p:nvPr/>
          </p:nvSpPr>
          <p:spPr>
            <a:xfrm>
              <a:off x="1949921" y="462824"/>
              <a:ext cx="457109" cy="58488"/>
            </a:xfrm>
            <a:custGeom>
              <a:avLst/>
              <a:gdLst/>
              <a:ahLst/>
              <a:cxnLst/>
              <a:rect l="l" t="t" r="r" b="b"/>
              <a:pathLst>
                <a:path w="9355" h="1197" fill="none" extrusionOk="0">
                  <a:moveTo>
                    <a:pt x="0" y="1197"/>
                  </a:moveTo>
                  <a:lnTo>
                    <a:pt x="9354" y="1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2" name="Google Shape;2732;p63"/>
            <p:cNvSpPr/>
            <p:nvPr/>
          </p:nvSpPr>
          <p:spPr>
            <a:xfrm>
              <a:off x="1996097" y="509977"/>
              <a:ext cx="425983" cy="174390"/>
            </a:xfrm>
            <a:custGeom>
              <a:avLst/>
              <a:gdLst/>
              <a:ahLst/>
              <a:cxnLst/>
              <a:rect l="l" t="t" r="r" b="b"/>
              <a:pathLst>
                <a:path w="8718" h="3569" fill="none" extrusionOk="0">
                  <a:moveTo>
                    <a:pt x="0" y="3568"/>
                  </a:moveTo>
                  <a:lnTo>
                    <a:pt x="8718" y="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3" name="Google Shape;2733;p63"/>
            <p:cNvSpPr/>
            <p:nvPr/>
          </p:nvSpPr>
          <p:spPr>
            <a:xfrm>
              <a:off x="2081851" y="551413"/>
              <a:ext cx="367593" cy="279005"/>
            </a:xfrm>
            <a:custGeom>
              <a:avLst/>
              <a:gdLst/>
              <a:ahLst/>
              <a:cxnLst/>
              <a:rect l="l" t="t" r="r" b="b"/>
              <a:pathLst>
                <a:path w="7523" h="5710" fill="none" extrusionOk="0">
                  <a:moveTo>
                    <a:pt x="0" y="5710"/>
                  </a:moveTo>
                  <a:lnTo>
                    <a:pt x="7522" y="1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4" name="Google Shape;2734;p63"/>
            <p:cNvSpPr/>
            <p:nvPr/>
          </p:nvSpPr>
          <p:spPr>
            <a:xfrm>
              <a:off x="2203422" y="584395"/>
              <a:ext cx="281790" cy="363830"/>
            </a:xfrm>
            <a:custGeom>
              <a:avLst/>
              <a:gdLst/>
              <a:ahLst/>
              <a:cxnLst/>
              <a:rect l="l" t="t" r="r" b="b"/>
              <a:pathLst>
                <a:path w="5767" h="7446" fill="none" extrusionOk="0">
                  <a:moveTo>
                    <a:pt x="0" y="7446"/>
                  </a:moveTo>
                  <a:lnTo>
                    <a:pt x="5767" y="1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5" name="Google Shape;2735;p63"/>
            <p:cNvSpPr/>
            <p:nvPr/>
          </p:nvSpPr>
          <p:spPr>
            <a:xfrm>
              <a:off x="2351378" y="607018"/>
              <a:ext cx="178153" cy="424126"/>
            </a:xfrm>
            <a:custGeom>
              <a:avLst/>
              <a:gdLst/>
              <a:ahLst/>
              <a:cxnLst/>
              <a:rect l="l" t="t" r="r" b="b"/>
              <a:pathLst>
                <a:path w="3646" h="8680" fill="none" extrusionOk="0">
                  <a:moveTo>
                    <a:pt x="0" y="8680"/>
                  </a:moveTo>
                  <a:lnTo>
                    <a:pt x="3645" y="1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6" name="Google Shape;2736;p63"/>
            <p:cNvSpPr/>
            <p:nvPr/>
          </p:nvSpPr>
          <p:spPr>
            <a:xfrm>
              <a:off x="2515362" y="616449"/>
              <a:ext cx="62251" cy="457109"/>
            </a:xfrm>
            <a:custGeom>
              <a:avLst/>
              <a:gdLst/>
              <a:ahLst/>
              <a:cxnLst/>
              <a:rect l="l" t="t" r="r" b="b"/>
              <a:pathLst>
                <a:path w="1274" h="9355" fill="none" extrusionOk="0">
                  <a:moveTo>
                    <a:pt x="0" y="9355"/>
                  </a:moveTo>
                  <a:lnTo>
                    <a:pt x="1273" y="1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7" name="Google Shape;2737;p63"/>
            <p:cNvSpPr/>
            <p:nvPr/>
          </p:nvSpPr>
          <p:spPr>
            <a:xfrm>
              <a:off x="2626524" y="614592"/>
              <a:ext cx="58488" cy="457109"/>
            </a:xfrm>
            <a:custGeom>
              <a:avLst/>
              <a:gdLst/>
              <a:ahLst/>
              <a:cxnLst/>
              <a:rect l="l" t="t" r="r" b="b"/>
              <a:pathLst>
                <a:path w="1197" h="9355" fill="none" extrusionOk="0">
                  <a:moveTo>
                    <a:pt x="1197" y="9354"/>
                  </a:moveTo>
                  <a:lnTo>
                    <a:pt x="1" y="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8" name="Google Shape;2738;p63"/>
            <p:cNvSpPr/>
            <p:nvPr/>
          </p:nvSpPr>
          <p:spPr>
            <a:xfrm>
              <a:off x="2673677" y="598565"/>
              <a:ext cx="174390" cy="426961"/>
            </a:xfrm>
            <a:custGeom>
              <a:avLst/>
              <a:gdLst/>
              <a:ahLst/>
              <a:cxnLst/>
              <a:rect l="l" t="t" r="r" b="b"/>
              <a:pathLst>
                <a:path w="3569" h="8738" fill="none" extrusionOk="0">
                  <a:moveTo>
                    <a:pt x="3568" y="8737"/>
                  </a:moveTo>
                  <a:lnTo>
                    <a:pt x="0" y="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9" name="Google Shape;2739;p63"/>
            <p:cNvSpPr/>
            <p:nvPr/>
          </p:nvSpPr>
          <p:spPr>
            <a:xfrm>
              <a:off x="2715113" y="572179"/>
              <a:ext cx="279005" cy="366615"/>
            </a:xfrm>
            <a:custGeom>
              <a:avLst/>
              <a:gdLst/>
              <a:ahLst/>
              <a:cxnLst/>
              <a:rect l="l" t="t" r="r" b="b"/>
              <a:pathLst>
                <a:path w="5710" h="7503" fill="none" extrusionOk="0">
                  <a:moveTo>
                    <a:pt x="5710" y="7503"/>
                  </a:moveTo>
                  <a:lnTo>
                    <a:pt x="1" y="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0" name="Google Shape;2740;p63"/>
            <p:cNvSpPr/>
            <p:nvPr/>
          </p:nvSpPr>
          <p:spPr>
            <a:xfrm>
              <a:off x="2748095" y="535386"/>
              <a:ext cx="364759" cy="281839"/>
            </a:xfrm>
            <a:custGeom>
              <a:avLst/>
              <a:gdLst/>
              <a:ahLst/>
              <a:cxnLst/>
              <a:rect l="l" t="t" r="r" b="b"/>
              <a:pathLst>
                <a:path w="7465" h="5768" fill="none" extrusionOk="0">
                  <a:moveTo>
                    <a:pt x="7465" y="5768"/>
                  </a:moveTo>
                  <a:lnTo>
                    <a:pt x="1" y="1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1" name="Google Shape;2741;p63"/>
            <p:cNvSpPr/>
            <p:nvPr/>
          </p:nvSpPr>
          <p:spPr>
            <a:xfrm>
              <a:off x="2770718" y="491116"/>
              <a:ext cx="424126" cy="179081"/>
            </a:xfrm>
            <a:custGeom>
              <a:avLst/>
              <a:gdLst/>
              <a:ahLst/>
              <a:cxnLst/>
              <a:rect l="l" t="t" r="r" b="b"/>
              <a:pathLst>
                <a:path w="8680" h="3665" fill="none" extrusionOk="0">
                  <a:moveTo>
                    <a:pt x="8680" y="3665"/>
                  </a:moveTo>
                  <a:lnTo>
                    <a:pt x="1" y="1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2" name="Google Shape;2742;p63"/>
            <p:cNvSpPr/>
            <p:nvPr/>
          </p:nvSpPr>
          <p:spPr>
            <a:xfrm>
              <a:off x="2781077" y="443035"/>
              <a:ext cx="456180" cy="62251"/>
            </a:xfrm>
            <a:custGeom>
              <a:avLst/>
              <a:gdLst/>
              <a:ahLst/>
              <a:cxnLst/>
              <a:rect l="l" t="t" r="r" b="b"/>
              <a:pathLst>
                <a:path w="9336" h="1274" fill="none" extrusionOk="0">
                  <a:moveTo>
                    <a:pt x="9336" y="1274"/>
                  </a:moveTo>
                  <a:lnTo>
                    <a:pt x="1" y="1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3" name="Google Shape;2743;p63"/>
            <p:cNvSpPr/>
            <p:nvPr/>
          </p:nvSpPr>
          <p:spPr>
            <a:xfrm>
              <a:off x="2778292" y="335635"/>
              <a:ext cx="457109" cy="58440"/>
            </a:xfrm>
            <a:custGeom>
              <a:avLst/>
              <a:gdLst/>
              <a:ahLst/>
              <a:cxnLst/>
              <a:rect l="l" t="t" r="r" b="b"/>
              <a:pathLst>
                <a:path w="9355" h="1196" fill="none" extrusionOk="0">
                  <a:moveTo>
                    <a:pt x="9354" y="0"/>
                  </a:moveTo>
                  <a:lnTo>
                    <a:pt x="0" y="1196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4" name="Google Shape;2744;p63"/>
            <p:cNvSpPr/>
            <p:nvPr/>
          </p:nvSpPr>
          <p:spPr>
            <a:xfrm>
              <a:off x="2763194" y="172579"/>
              <a:ext cx="426032" cy="174390"/>
            </a:xfrm>
            <a:custGeom>
              <a:avLst/>
              <a:gdLst/>
              <a:ahLst/>
              <a:cxnLst/>
              <a:rect l="l" t="t" r="r" b="b"/>
              <a:pathLst>
                <a:path w="8719" h="3569" fill="none" extrusionOk="0">
                  <a:moveTo>
                    <a:pt x="8718" y="1"/>
                  </a:moveTo>
                  <a:lnTo>
                    <a:pt x="1" y="3569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5" name="Google Shape;2745;p63"/>
            <p:cNvSpPr/>
            <p:nvPr/>
          </p:nvSpPr>
          <p:spPr>
            <a:xfrm>
              <a:off x="2735879" y="27457"/>
              <a:ext cx="366615" cy="278076"/>
            </a:xfrm>
            <a:custGeom>
              <a:avLst/>
              <a:gdLst/>
              <a:ahLst/>
              <a:cxnLst/>
              <a:rect l="l" t="t" r="r" b="b"/>
              <a:pathLst>
                <a:path w="7503" h="5691" fill="none" extrusionOk="0">
                  <a:moveTo>
                    <a:pt x="7503" y="0"/>
                  </a:moveTo>
                  <a:lnTo>
                    <a:pt x="0" y="569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6" name="Google Shape;2746;p63"/>
            <p:cNvSpPr/>
            <p:nvPr/>
          </p:nvSpPr>
          <p:spPr>
            <a:xfrm>
              <a:off x="2699135" y="-91280"/>
              <a:ext cx="282767" cy="364759"/>
            </a:xfrm>
            <a:custGeom>
              <a:avLst/>
              <a:gdLst/>
              <a:ahLst/>
              <a:cxnLst/>
              <a:rect l="l" t="t" r="r" b="b"/>
              <a:pathLst>
                <a:path w="5787" h="7465" fill="none" extrusionOk="0">
                  <a:moveTo>
                    <a:pt x="5786" y="0"/>
                  </a:moveTo>
                  <a:lnTo>
                    <a:pt x="0" y="7464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7" name="Google Shape;2747;p63"/>
            <p:cNvSpPr/>
            <p:nvPr/>
          </p:nvSpPr>
          <p:spPr>
            <a:xfrm>
              <a:off x="2655744" y="-174200"/>
              <a:ext cx="178153" cy="425055"/>
            </a:xfrm>
            <a:custGeom>
              <a:avLst/>
              <a:gdLst/>
              <a:ahLst/>
              <a:cxnLst/>
              <a:rect l="l" t="t" r="r" b="b"/>
              <a:pathLst>
                <a:path w="3646" h="8699" fill="none" extrusionOk="0">
                  <a:moveTo>
                    <a:pt x="3646" y="0"/>
                  </a:moveTo>
                  <a:lnTo>
                    <a:pt x="1" y="8698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748" name="Google Shape;2748;p63"/>
          <p:cNvSpPr/>
          <p:nvPr/>
        </p:nvSpPr>
        <p:spPr>
          <a:xfrm rot="10800000" flipH="1">
            <a:off x="873954" y="2003240"/>
            <a:ext cx="639486" cy="1296623"/>
          </a:xfrm>
          <a:custGeom>
            <a:avLst/>
            <a:gdLst/>
            <a:ahLst/>
            <a:cxnLst/>
            <a:rect l="l" t="t" r="r" b="b"/>
            <a:pathLst>
              <a:path w="16883" h="34232" fill="none" extrusionOk="0">
                <a:moveTo>
                  <a:pt x="16882" y="34232"/>
                </a:moveTo>
                <a:cubicBezTo>
                  <a:pt x="7517" y="34109"/>
                  <a:pt x="1" y="26494"/>
                  <a:pt x="1" y="17129"/>
                </a:cubicBezTo>
                <a:cubicBezTo>
                  <a:pt x="1" y="7764"/>
                  <a:pt x="7517" y="124"/>
                  <a:pt x="16882" y="1"/>
                </a:cubicBezTo>
              </a:path>
            </a:pathLst>
          </a:custGeom>
          <a:noFill/>
          <a:ln w="85025" cap="flat" cmpd="sng">
            <a:solidFill>
              <a:schemeClr val="lt1"/>
            </a:solidFill>
            <a:prstDash val="solid"/>
            <a:miter lim="24644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749" name="Google Shape;2749;p63"/>
          <p:cNvGrpSpPr/>
          <p:nvPr/>
        </p:nvGrpSpPr>
        <p:grpSpPr>
          <a:xfrm flipH="1">
            <a:off x="6977175" y="3697061"/>
            <a:ext cx="793256" cy="182899"/>
            <a:chOff x="2685575" y="2835950"/>
            <a:chExt cx="433000" cy="99825"/>
          </a:xfrm>
        </p:grpSpPr>
        <p:sp>
          <p:nvSpPr>
            <p:cNvPr id="2750" name="Google Shape;2750;p63"/>
            <p:cNvSpPr/>
            <p:nvPr/>
          </p:nvSpPr>
          <p:spPr>
            <a:xfrm>
              <a:off x="3032250" y="2835950"/>
              <a:ext cx="86325" cy="99825"/>
            </a:xfrm>
            <a:custGeom>
              <a:avLst/>
              <a:gdLst/>
              <a:ahLst/>
              <a:cxnLst/>
              <a:rect l="l" t="t" r="r" b="b"/>
              <a:pathLst>
                <a:path w="3453" h="3993" extrusionOk="0">
                  <a:moveTo>
                    <a:pt x="3453" y="0"/>
                  </a:moveTo>
                  <a:lnTo>
                    <a:pt x="0" y="2006"/>
                  </a:lnTo>
                  <a:lnTo>
                    <a:pt x="3453" y="3993"/>
                  </a:lnTo>
                  <a:lnTo>
                    <a:pt x="3453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1" name="Google Shape;2751;p63"/>
            <p:cNvSpPr/>
            <p:nvPr/>
          </p:nvSpPr>
          <p:spPr>
            <a:xfrm>
              <a:off x="2917000" y="2835950"/>
              <a:ext cx="85850" cy="99825"/>
            </a:xfrm>
            <a:custGeom>
              <a:avLst/>
              <a:gdLst/>
              <a:ahLst/>
              <a:cxnLst/>
              <a:rect l="l" t="t" r="r" b="b"/>
              <a:pathLst>
                <a:path w="3434" h="3993" extrusionOk="0">
                  <a:moveTo>
                    <a:pt x="3434" y="0"/>
                  </a:moveTo>
                  <a:lnTo>
                    <a:pt x="1" y="2006"/>
                  </a:lnTo>
                  <a:lnTo>
                    <a:pt x="3434" y="3993"/>
                  </a:lnTo>
                  <a:lnTo>
                    <a:pt x="3434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2" name="Google Shape;2752;p63"/>
            <p:cNvSpPr/>
            <p:nvPr/>
          </p:nvSpPr>
          <p:spPr>
            <a:xfrm>
              <a:off x="2801300" y="2835950"/>
              <a:ext cx="86325" cy="99825"/>
            </a:xfrm>
            <a:custGeom>
              <a:avLst/>
              <a:gdLst/>
              <a:ahLst/>
              <a:cxnLst/>
              <a:rect l="l" t="t" r="r" b="b"/>
              <a:pathLst>
                <a:path w="3453" h="3993" extrusionOk="0">
                  <a:moveTo>
                    <a:pt x="3452" y="0"/>
                  </a:moveTo>
                  <a:lnTo>
                    <a:pt x="0" y="2006"/>
                  </a:lnTo>
                  <a:lnTo>
                    <a:pt x="3452" y="3993"/>
                  </a:lnTo>
                  <a:lnTo>
                    <a:pt x="3452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3" name="Google Shape;2753;p63"/>
            <p:cNvSpPr/>
            <p:nvPr/>
          </p:nvSpPr>
          <p:spPr>
            <a:xfrm>
              <a:off x="2685575" y="2835950"/>
              <a:ext cx="86325" cy="99825"/>
            </a:xfrm>
            <a:custGeom>
              <a:avLst/>
              <a:gdLst/>
              <a:ahLst/>
              <a:cxnLst/>
              <a:rect l="l" t="t" r="r" b="b"/>
              <a:pathLst>
                <a:path w="3453" h="3993" extrusionOk="0">
                  <a:moveTo>
                    <a:pt x="3453" y="0"/>
                  </a:moveTo>
                  <a:lnTo>
                    <a:pt x="0" y="2006"/>
                  </a:lnTo>
                  <a:lnTo>
                    <a:pt x="3453" y="3993"/>
                  </a:lnTo>
                  <a:lnTo>
                    <a:pt x="3453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754" name="Google Shape;2754;p63"/>
          <p:cNvSpPr/>
          <p:nvPr/>
        </p:nvSpPr>
        <p:spPr>
          <a:xfrm>
            <a:off x="7770424" y="4641864"/>
            <a:ext cx="356100" cy="3561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55" name="Google Shape;2755;p63"/>
          <p:cNvSpPr/>
          <p:nvPr/>
        </p:nvSpPr>
        <p:spPr>
          <a:xfrm rot="-5400000">
            <a:off x="7837924" y="4715039"/>
            <a:ext cx="221100" cy="182100"/>
          </a:xfrm>
          <a:prstGeom prst="homePlate">
            <a:avLst>
              <a:gd name="adj" fmla="val 50000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56" name="Google Shape;2756;p63">
            <a:hlinkClick r:id="rId3" action="ppaction://hlinksldjump"/>
          </p:cNvPr>
          <p:cNvSpPr/>
          <p:nvPr/>
        </p:nvSpPr>
        <p:spPr>
          <a:xfrm>
            <a:off x="7770424" y="4641864"/>
            <a:ext cx="356100" cy="356100"/>
          </a:xfrm>
          <a:prstGeom prst="ellipse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57" name="Google Shape;2757;p63">
            <a:hlinkClick r:id="" action="ppaction://hlinkshowjump?jump=previousslide"/>
          </p:cNvPr>
          <p:cNvSpPr/>
          <p:nvPr/>
        </p:nvSpPr>
        <p:spPr>
          <a:xfrm>
            <a:off x="7462717" y="4728472"/>
            <a:ext cx="158147" cy="182899"/>
          </a:xfrm>
          <a:custGeom>
            <a:avLst/>
            <a:gdLst/>
            <a:ahLst/>
            <a:cxnLst/>
            <a:rect l="l" t="t" r="r" b="b"/>
            <a:pathLst>
              <a:path w="3453" h="3993" extrusionOk="0">
                <a:moveTo>
                  <a:pt x="3453" y="0"/>
                </a:moveTo>
                <a:lnTo>
                  <a:pt x="0" y="2006"/>
                </a:lnTo>
                <a:lnTo>
                  <a:pt x="3453" y="3993"/>
                </a:lnTo>
                <a:lnTo>
                  <a:pt x="3453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58" name="Google Shape;2758;p63">
            <a:hlinkClick r:id="" action="ppaction://hlinkshowjump?jump=nextslide"/>
          </p:cNvPr>
          <p:cNvSpPr/>
          <p:nvPr/>
        </p:nvSpPr>
        <p:spPr>
          <a:xfrm flipH="1">
            <a:off x="8276954" y="4728472"/>
            <a:ext cx="157277" cy="182899"/>
          </a:xfrm>
          <a:custGeom>
            <a:avLst/>
            <a:gdLst/>
            <a:ahLst/>
            <a:cxnLst/>
            <a:rect l="l" t="t" r="r" b="b"/>
            <a:pathLst>
              <a:path w="3434" h="3993" extrusionOk="0">
                <a:moveTo>
                  <a:pt x="3434" y="0"/>
                </a:moveTo>
                <a:lnTo>
                  <a:pt x="1" y="2006"/>
                </a:lnTo>
                <a:lnTo>
                  <a:pt x="3434" y="3993"/>
                </a:lnTo>
                <a:lnTo>
                  <a:pt x="3434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59" name="Google Shape;2759;p63"/>
          <p:cNvSpPr txBox="1">
            <a:spLocks noGrp="1"/>
          </p:cNvSpPr>
          <p:nvPr>
            <p:ph type="subTitle" idx="1"/>
          </p:nvPr>
        </p:nvSpPr>
        <p:spPr>
          <a:xfrm>
            <a:off x="1825050" y="2427700"/>
            <a:ext cx="5493900" cy="94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25450" indent="-285750" algn="l">
              <a:buFont typeface="Arial" panose="020B0604020202020204" pitchFamily="34" charset="0"/>
              <a:buChar char="•"/>
            </a:pPr>
            <a:r>
              <a:rPr lang="en-US" sz="1600" dirty="0"/>
              <a:t>Information overload in news consumption</a:t>
            </a:r>
            <a:r>
              <a:rPr lang="en-US" sz="1600" dirty="0" smtClean="0"/>
              <a:t>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1600" dirty="0" smtClean="0"/>
              <a:t>One-size-fits-all </a:t>
            </a:r>
            <a:r>
              <a:rPr lang="en-US" sz="1600" dirty="0"/>
              <a:t>approach of traditional news aggregation platforms.</a:t>
            </a:r>
          </a:p>
          <a:p>
            <a:pPr marL="0" lvl="0" indent="0" algn="l">
              <a:spcAft>
                <a:spcPts val="1200"/>
              </a:spcAft>
            </a:pPr>
            <a:endParaRPr lang="en-US" b="1" u="sng" dirty="0" smtClean="0"/>
          </a:p>
          <a:p>
            <a:pPr marL="0" lvl="0" indent="0" algn="l">
              <a:spcAft>
                <a:spcPts val="1200"/>
              </a:spcAft>
            </a:pPr>
            <a:endParaRPr lang="en-US" b="1" u="sng" dirty="0" smtClean="0"/>
          </a:p>
          <a:p>
            <a:pPr marL="0" lvl="0" indent="0">
              <a:spcAft>
                <a:spcPts val="1200"/>
              </a:spcAft>
            </a:pPr>
            <a:endParaRPr dirty="0"/>
          </a:p>
        </p:txBody>
      </p:sp>
      <p:sp>
        <p:nvSpPr>
          <p:cNvPr id="64" name="Google Shape;2759;p63"/>
          <p:cNvSpPr txBox="1">
            <a:spLocks/>
          </p:cNvSpPr>
          <p:nvPr/>
        </p:nvSpPr>
        <p:spPr>
          <a:xfrm>
            <a:off x="2019982" y="3697061"/>
            <a:ext cx="5493900" cy="94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Bai Jamjuree"/>
              <a:buNone/>
              <a:defRPr sz="1400" b="0" i="0" u="none" strike="noStrike" cap="none">
                <a:solidFill>
                  <a:schemeClr val="lt1"/>
                </a:solidFill>
                <a:latin typeface="Bai Jamjuree"/>
                <a:ea typeface="Bai Jamjuree"/>
                <a:cs typeface="Bai Jamjuree"/>
                <a:sym typeface="Bai Jamjuree"/>
              </a:defRPr>
            </a:lvl1pPr>
            <a:lvl2pPr marL="914400" marR="0" lvl="1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Bai Jamjuree"/>
              <a:buNone/>
              <a:defRPr sz="1400" b="0" i="0" u="none" strike="noStrike" cap="none">
                <a:solidFill>
                  <a:schemeClr val="lt1"/>
                </a:solidFill>
                <a:latin typeface="Bai Jamjuree"/>
                <a:ea typeface="Bai Jamjuree"/>
                <a:cs typeface="Bai Jamjuree"/>
                <a:sym typeface="Bai Jamjuree"/>
              </a:defRPr>
            </a:lvl2pPr>
            <a:lvl3pPr marL="1371600" marR="0" lvl="2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Bai Jamjuree"/>
              <a:buNone/>
              <a:defRPr sz="1400" b="0" i="0" u="none" strike="noStrike" cap="none">
                <a:solidFill>
                  <a:schemeClr val="lt1"/>
                </a:solidFill>
                <a:latin typeface="Bai Jamjuree"/>
                <a:ea typeface="Bai Jamjuree"/>
                <a:cs typeface="Bai Jamjuree"/>
                <a:sym typeface="Bai Jamjuree"/>
              </a:defRPr>
            </a:lvl3pPr>
            <a:lvl4pPr marL="1828800" marR="0" lvl="3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Bai Jamjuree"/>
              <a:buNone/>
              <a:defRPr sz="1400" b="0" i="0" u="none" strike="noStrike" cap="none">
                <a:solidFill>
                  <a:schemeClr val="lt1"/>
                </a:solidFill>
                <a:latin typeface="Bai Jamjuree"/>
                <a:ea typeface="Bai Jamjuree"/>
                <a:cs typeface="Bai Jamjuree"/>
                <a:sym typeface="Bai Jamjuree"/>
              </a:defRPr>
            </a:lvl4pPr>
            <a:lvl5pPr marL="2286000" marR="0" lvl="4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Bai Jamjuree"/>
              <a:buNone/>
              <a:defRPr sz="1400" b="0" i="0" u="none" strike="noStrike" cap="none">
                <a:solidFill>
                  <a:schemeClr val="lt1"/>
                </a:solidFill>
                <a:latin typeface="Bai Jamjuree"/>
                <a:ea typeface="Bai Jamjuree"/>
                <a:cs typeface="Bai Jamjuree"/>
                <a:sym typeface="Bai Jamjuree"/>
              </a:defRPr>
            </a:lvl5pPr>
            <a:lvl6pPr marL="2743200" marR="0" lvl="5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Bai Jamjuree"/>
              <a:buNone/>
              <a:defRPr sz="1400" b="0" i="0" u="none" strike="noStrike" cap="none">
                <a:solidFill>
                  <a:schemeClr val="lt1"/>
                </a:solidFill>
                <a:latin typeface="Bai Jamjuree"/>
                <a:ea typeface="Bai Jamjuree"/>
                <a:cs typeface="Bai Jamjuree"/>
                <a:sym typeface="Bai Jamjuree"/>
              </a:defRPr>
            </a:lvl6pPr>
            <a:lvl7pPr marL="3200400" marR="0" lvl="6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Bai Jamjuree"/>
              <a:buNone/>
              <a:defRPr sz="1400" b="0" i="0" u="none" strike="noStrike" cap="none">
                <a:solidFill>
                  <a:schemeClr val="lt1"/>
                </a:solidFill>
                <a:latin typeface="Bai Jamjuree"/>
                <a:ea typeface="Bai Jamjuree"/>
                <a:cs typeface="Bai Jamjuree"/>
                <a:sym typeface="Bai Jamjuree"/>
              </a:defRPr>
            </a:lvl7pPr>
            <a:lvl8pPr marL="3657600" marR="0" lvl="7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Bai Jamjuree"/>
              <a:buNone/>
              <a:defRPr sz="1400" b="0" i="0" u="none" strike="noStrike" cap="none">
                <a:solidFill>
                  <a:schemeClr val="lt1"/>
                </a:solidFill>
                <a:latin typeface="Bai Jamjuree"/>
                <a:ea typeface="Bai Jamjuree"/>
                <a:cs typeface="Bai Jamjuree"/>
                <a:sym typeface="Bai Jamjuree"/>
              </a:defRPr>
            </a:lvl8pPr>
            <a:lvl9pPr marL="4114800" marR="0" lvl="8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Bai Jamjuree"/>
              <a:buNone/>
              <a:defRPr sz="1400" b="0" i="0" u="none" strike="noStrike" cap="none">
                <a:solidFill>
                  <a:schemeClr val="lt1"/>
                </a:solidFill>
                <a:latin typeface="Bai Jamjuree"/>
                <a:ea typeface="Bai Jamjuree"/>
                <a:cs typeface="Bai Jamjuree"/>
                <a:sym typeface="Bai Jamjuree"/>
              </a:defRPr>
            </a:lvl9pPr>
          </a:lstStyle>
          <a:p>
            <a:pPr marL="139700" indent="0" algn="l"/>
            <a:endParaRPr lang="en-US" sz="1600" dirty="0" smtClean="0"/>
          </a:p>
          <a:p>
            <a:pPr marL="0" indent="0" algn="l">
              <a:spcAft>
                <a:spcPts val="1200"/>
              </a:spcAft>
            </a:pPr>
            <a:endParaRPr lang="en-US" b="1" u="sng" dirty="0" smtClean="0"/>
          </a:p>
          <a:p>
            <a:pPr marL="0" indent="0" algn="l">
              <a:spcAft>
                <a:spcPts val="1200"/>
              </a:spcAft>
            </a:pPr>
            <a:endParaRPr lang="en-US" b="1" u="sng" dirty="0" smtClean="0"/>
          </a:p>
          <a:p>
            <a:pPr marL="0" indent="0">
              <a:spcAft>
                <a:spcPts val="1200"/>
              </a:spcAft>
            </a:pPr>
            <a:endParaRPr lang="en-US" dirty="0"/>
          </a:p>
        </p:txBody>
      </p:sp>
      <p:pic>
        <p:nvPicPr>
          <p:cNvPr id="2" name="Picture 1" descr="Preventing Info Overload – Learning In a Flat World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93955" y="1689206"/>
            <a:ext cx="2199359" cy="1807599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/>
                                        <p:tgtEl>
                                          <p:spTgt spid="26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-21600000">
                                      <p:cBhvr>
                                        <p:cTn id="9" dur="1000" fill="hold"/>
                                        <p:tgtEl>
                                          <p:spTgt spid="269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0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-21600000">
                                      <p:cBhvr>
                                        <p:cTn id="11" dur="1000" fill="hold"/>
                                        <p:tgtEl>
                                          <p:spTgt spid="274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2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1000"/>
                                        <p:tgtEl>
                                          <p:spTgt spid="27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27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27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27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27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27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27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4" name="Google Shape;2944;p68"/>
          <p:cNvSpPr txBox="1">
            <a:spLocks noGrp="1"/>
          </p:cNvSpPr>
          <p:nvPr>
            <p:ph type="title"/>
          </p:nvPr>
        </p:nvSpPr>
        <p:spPr>
          <a:xfrm>
            <a:off x="715500" y="538250"/>
            <a:ext cx="7713000" cy="4206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smtClean="0"/>
              <a:t>Methodology</a:t>
            </a:r>
            <a:endParaRPr dirty="0"/>
          </a:p>
        </p:txBody>
      </p:sp>
      <p:grpSp>
        <p:nvGrpSpPr>
          <p:cNvPr id="2945" name="Google Shape;2945;p68"/>
          <p:cNvGrpSpPr/>
          <p:nvPr/>
        </p:nvGrpSpPr>
        <p:grpSpPr>
          <a:xfrm>
            <a:off x="557344" y="1504718"/>
            <a:ext cx="7719610" cy="2492778"/>
            <a:chOff x="441434" y="1504725"/>
            <a:chExt cx="7719610" cy="2492778"/>
          </a:xfrm>
        </p:grpSpPr>
        <p:sp>
          <p:nvSpPr>
            <p:cNvPr id="2946" name="Google Shape;2946;p68"/>
            <p:cNvSpPr/>
            <p:nvPr/>
          </p:nvSpPr>
          <p:spPr>
            <a:xfrm>
              <a:off x="441434" y="1504725"/>
              <a:ext cx="2833816" cy="572700"/>
            </a:xfrm>
            <a:prstGeom prst="roundRect">
              <a:avLst>
                <a:gd name="adj" fmla="val 0"/>
              </a:avLst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algn="bl" rotWithShape="0">
                <a:srgbClr val="F2F5F4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lvl="0" algn="ctr"/>
              <a:r>
                <a:rPr lang="en-US" sz="2100" dirty="0">
                  <a:solidFill>
                    <a:schemeClr val="lt1"/>
                  </a:solidFill>
                  <a:latin typeface="Aldrich"/>
                  <a:ea typeface="Aldrich"/>
                  <a:cs typeface="Aldrich"/>
                  <a:sym typeface="Aldrich"/>
                </a:rPr>
                <a:t>Data collection and preprocessing</a:t>
              </a:r>
              <a:endParaRPr sz="1800" b="1" dirty="0">
                <a:solidFill>
                  <a:srgbClr val="F2F5F4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947" name="Google Shape;2947;p68"/>
            <p:cNvSpPr/>
            <p:nvPr/>
          </p:nvSpPr>
          <p:spPr>
            <a:xfrm>
              <a:off x="991344" y="3424803"/>
              <a:ext cx="2139936" cy="572700"/>
            </a:xfrm>
            <a:prstGeom prst="roundRect">
              <a:avLst>
                <a:gd name="adj" fmla="val 0"/>
              </a:avLst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algn="bl" rotWithShape="0">
                <a:srgbClr val="F2F5F4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lvl="0" algn="ctr"/>
              <a:r>
                <a:rPr lang="en-US" sz="2100" dirty="0">
                  <a:solidFill>
                    <a:schemeClr val="lt1"/>
                  </a:solidFill>
                  <a:latin typeface="Aldrich"/>
                  <a:ea typeface="Aldrich"/>
                  <a:cs typeface="Aldrich"/>
                  <a:sym typeface="Aldrich"/>
                </a:rPr>
                <a:t>Testing and evaluation</a:t>
              </a:r>
              <a:endParaRPr sz="2100" dirty="0">
                <a:solidFill>
                  <a:schemeClr val="lt1"/>
                </a:solidFill>
                <a:latin typeface="Aldrich"/>
                <a:ea typeface="Aldrich"/>
                <a:cs typeface="Aldrich"/>
                <a:sym typeface="Aldrich"/>
              </a:endParaRPr>
            </a:p>
          </p:txBody>
        </p:sp>
        <p:sp>
          <p:nvSpPr>
            <p:cNvPr id="2948" name="Google Shape;2948;p68"/>
            <p:cNvSpPr/>
            <p:nvPr/>
          </p:nvSpPr>
          <p:spPr>
            <a:xfrm>
              <a:off x="3427537" y="3424803"/>
              <a:ext cx="3677159" cy="572700"/>
            </a:xfrm>
            <a:prstGeom prst="roundRect">
              <a:avLst>
                <a:gd name="adj" fmla="val 0"/>
              </a:avLst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algn="bl" rotWithShape="0">
                <a:srgbClr val="F2F5F4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lvl="0" algn="ctr"/>
              <a:r>
                <a:rPr lang="en-US" sz="2100" dirty="0">
                  <a:solidFill>
                    <a:schemeClr val="lt1"/>
                  </a:solidFill>
                  <a:latin typeface="Aldrich"/>
                  <a:ea typeface="Aldrich"/>
                  <a:cs typeface="Aldrich"/>
                  <a:sym typeface="Aldrich"/>
                </a:rPr>
                <a:t>Deployment and hosting</a:t>
              </a:r>
              <a:endParaRPr sz="2100" dirty="0">
                <a:solidFill>
                  <a:schemeClr val="lt1"/>
                </a:solidFill>
                <a:latin typeface="Aldrich"/>
                <a:ea typeface="Aldrich"/>
                <a:cs typeface="Aldrich"/>
                <a:sym typeface="Aldrich"/>
              </a:endParaRPr>
            </a:p>
          </p:txBody>
        </p:sp>
        <p:sp>
          <p:nvSpPr>
            <p:cNvPr id="2950" name="Google Shape;2950;p68"/>
            <p:cNvSpPr/>
            <p:nvPr/>
          </p:nvSpPr>
          <p:spPr>
            <a:xfrm>
              <a:off x="3426959" y="2466381"/>
              <a:ext cx="3478338" cy="572700"/>
            </a:xfrm>
            <a:prstGeom prst="roundRect">
              <a:avLst>
                <a:gd name="adj" fmla="val 0"/>
              </a:avLst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algn="bl" rotWithShape="0">
                <a:srgbClr val="F2F5F4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lvl="0" algn="ctr"/>
              <a:r>
                <a:rPr lang="en-US" sz="2100" dirty="0">
                  <a:solidFill>
                    <a:schemeClr val="lt1"/>
                  </a:solidFill>
                  <a:latin typeface="Aldrich"/>
                  <a:ea typeface="Aldrich"/>
                  <a:cs typeface="Aldrich"/>
                  <a:sym typeface="Aldrich"/>
                </a:rPr>
                <a:t>Frontend and backend </a:t>
              </a:r>
              <a:r>
                <a:rPr lang="en-US" sz="2100" dirty="0" smtClean="0">
                  <a:solidFill>
                    <a:schemeClr val="lt1"/>
                  </a:solidFill>
                  <a:latin typeface="Aldrich"/>
                  <a:ea typeface="Aldrich"/>
                  <a:cs typeface="Aldrich"/>
                  <a:sym typeface="Aldrich"/>
                </a:rPr>
                <a:t>development</a:t>
              </a:r>
              <a:endParaRPr sz="2100" dirty="0">
                <a:solidFill>
                  <a:schemeClr val="lt1"/>
                </a:solidFill>
                <a:latin typeface="Aldrich"/>
                <a:ea typeface="Aldrich"/>
                <a:cs typeface="Aldrich"/>
                <a:sym typeface="Aldrich"/>
              </a:endParaRPr>
            </a:p>
          </p:txBody>
        </p:sp>
        <p:sp>
          <p:nvSpPr>
            <p:cNvPr id="2951" name="Google Shape;2951;p68"/>
            <p:cNvSpPr/>
            <p:nvPr/>
          </p:nvSpPr>
          <p:spPr>
            <a:xfrm>
              <a:off x="3425847" y="1504725"/>
              <a:ext cx="2292300" cy="572700"/>
            </a:xfrm>
            <a:prstGeom prst="roundRect">
              <a:avLst>
                <a:gd name="adj" fmla="val 0"/>
              </a:avLst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algn="bl" rotWithShape="0">
                <a:srgbClr val="F2F5F4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lvl="0" algn="ctr"/>
              <a:r>
                <a:rPr lang="en-US" sz="1800" dirty="0">
                  <a:solidFill>
                    <a:srgbClr val="F2F5F4"/>
                  </a:solidFill>
                  <a:latin typeface="Lexend"/>
                  <a:ea typeface="Lexend"/>
                  <a:cs typeface="Lexend"/>
                  <a:sym typeface="Lexend"/>
                </a:rPr>
                <a:t>User profiling and </a:t>
              </a:r>
              <a:r>
                <a:rPr lang="en-US" sz="1800" dirty="0" smtClean="0">
                  <a:solidFill>
                    <a:srgbClr val="F2F5F4"/>
                  </a:solidFill>
                  <a:latin typeface="Lexend"/>
                  <a:ea typeface="Lexend"/>
                  <a:cs typeface="Lexend"/>
                  <a:sym typeface="Lexend"/>
                </a:rPr>
                <a:t>preferences</a:t>
              </a:r>
              <a:endParaRPr sz="1800" dirty="0">
                <a:solidFill>
                  <a:srgbClr val="F2F5F4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952" name="Google Shape;2952;p68"/>
            <p:cNvSpPr/>
            <p:nvPr/>
          </p:nvSpPr>
          <p:spPr>
            <a:xfrm>
              <a:off x="5868744" y="1504725"/>
              <a:ext cx="2292300" cy="572700"/>
            </a:xfrm>
            <a:prstGeom prst="roundRect">
              <a:avLst>
                <a:gd name="adj" fmla="val 0"/>
              </a:avLst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algn="bl" rotWithShape="0">
                <a:srgbClr val="F2F5F4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100" dirty="0" smtClean="0">
                  <a:solidFill>
                    <a:schemeClr val="lt1"/>
                  </a:solidFill>
                  <a:latin typeface="Aldrich"/>
                  <a:ea typeface="Lexend"/>
                  <a:cs typeface="Lexend"/>
                  <a:sym typeface="Aldrich"/>
                </a:rPr>
                <a:t>ML for recomendation</a:t>
              </a:r>
              <a:endParaRPr sz="1800" b="1" dirty="0">
                <a:solidFill>
                  <a:srgbClr val="F2F5F4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2953" name="Google Shape;2953;p68"/>
            <p:cNvCxnSpPr/>
            <p:nvPr/>
          </p:nvCxnSpPr>
          <p:spPr>
            <a:xfrm rot="10800000" flipH="1">
              <a:off x="5719268" y="1713588"/>
              <a:ext cx="150600" cy="2400"/>
            </a:xfrm>
            <a:prstGeom prst="straightConnector1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blurRad="57150" algn="bl" rotWithShape="0">
                <a:srgbClr val="F2F5F4">
                  <a:alpha val="50000"/>
                </a:srgbClr>
              </a:outerShdw>
            </a:effectLst>
          </p:spPr>
        </p:cxnSp>
        <p:cxnSp>
          <p:nvCxnSpPr>
            <p:cNvPr id="2954" name="Google Shape;2954;p68"/>
            <p:cNvCxnSpPr>
              <a:stCxn id="2952" idx="3"/>
              <a:endCxn id="2950" idx="0"/>
            </p:cNvCxnSpPr>
            <p:nvPr/>
          </p:nvCxnSpPr>
          <p:spPr>
            <a:xfrm flipH="1">
              <a:off x="5166128" y="1791075"/>
              <a:ext cx="2994916" cy="675306"/>
            </a:xfrm>
            <a:prstGeom prst="bentConnector4">
              <a:avLst>
                <a:gd name="adj1" fmla="val -7633"/>
                <a:gd name="adj2" fmla="val 71201"/>
              </a:avLst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955" name="Google Shape;2955;p68"/>
            <p:cNvCxnSpPr>
              <a:stCxn id="2950" idx="2"/>
              <a:endCxn id="2947" idx="1"/>
            </p:cNvCxnSpPr>
            <p:nvPr/>
          </p:nvCxnSpPr>
          <p:spPr>
            <a:xfrm rot="5400000">
              <a:off x="2742700" y="1287725"/>
              <a:ext cx="672072" cy="4174784"/>
            </a:xfrm>
            <a:prstGeom prst="bentConnector4">
              <a:avLst>
                <a:gd name="adj1" fmla="val 28696"/>
                <a:gd name="adj2" fmla="val 105476"/>
              </a:avLst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956" name="Google Shape;2956;p68"/>
            <p:cNvCxnSpPr/>
            <p:nvPr/>
          </p:nvCxnSpPr>
          <p:spPr>
            <a:xfrm rot="10800000" flipH="1">
              <a:off x="3279972" y="1713588"/>
              <a:ext cx="150600" cy="2400"/>
            </a:xfrm>
            <a:prstGeom prst="straightConnector1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blurRad="57150" algn="bl" rotWithShape="0">
                <a:srgbClr val="F2F5F4">
                  <a:alpha val="50000"/>
                </a:srgbClr>
              </a:outerShdw>
            </a:effectLst>
          </p:spPr>
        </p:cxnSp>
        <p:cxnSp>
          <p:nvCxnSpPr>
            <p:cNvPr id="2957" name="Google Shape;2957;p68"/>
            <p:cNvCxnSpPr>
              <a:stCxn id="2947" idx="3"/>
            </p:cNvCxnSpPr>
            <p:nvPr/>
          </p:nvCxnSpPr>
          <p:spPr>
            <a:xfrm flipV="1">
              <a:off x="3131280" y="3709866"/>
              <a:ext cx="294567" cy="1287"/>
            </a:xfrm>
            <a:prstGeom prst="straightConnector1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blurRad="57150" algn="bl" rotWithShape="0">
                <a:srgbClr val="F2F5F4">
                  <a:alpha val="50000"/>
                </a:srgbClr>
              </a:outerShdw>
            </a:effectLst>
          </p:spPr>
        </p:cxnSp>
      </p:grpSp>
      <p:pic>
        <p:nvPicPr>
          <p:cNvPr id="2959" name="Google Shape;2959;p68"/>
          <p:cNvPicPr preferRelativeResize="0"/>
          <p:nvPr/>
        </p:nvPicPr>
        <p:blipFill rotWithShape="1">
          <a:blip r:embed="rId3">
            <a:alphaModFix/>
          </a:blip>
          <a:srcRect l="-48330" r="48329"/>
          <a:stretch/>
        </p:blipFill>
        <p:spPr>
          <a:xfrm>
            <a:off x="6616489" y="-1431875"/>
            <a:ext cx="2527512" cy="268125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960" name="Google Shape;2960;p68"/>
          <p:cNvGrpSpPr/>
          <p:nvPr/>
        </p:nvGrpSpPr>
        <p:grpSpPr>
          <a:xfrm flipH="1">
            <a:off x="160716" y="1140334"/>
            <a:ext cx="793256" cy="182899"/>
            <a:chOff x="2685575" y="2835950"/>
            <a:chExt cx="433000" cy="99825"/>
          </a:xfrm>
        </p:grpSpPr>
        <p:sp>
          <p:nvSpPr>
            <p:cNvPr id="2961" name="Google Shape;2961;p68"/>
            <p:cNvSpPr/>
            <p:nvPr/>
          </p:nvSpPr>
          <p:spPr>
            <a:xfrm>
              <a:off x="3032250" y="2835950"/>
              <a:ext cx="86325" cy="99825"/>
            </a:xfrm>
            <a:custGeom>
              <a:avLst/>
              <a:gdLst/>
              <a:ahLst/>
              <a:cxnLst/>
              <a:rect l="l" t="t" r="r" b="b"/>
              <a:pathLst>
                <a:path w="3453" h="3993" extrusionOk="0">
                  <a:moveTo>
                    <a:pt x="3453" y="0"/>
                  </a:moveTo>
                  <a:lnTo>
                    <a:pt x="0" y="2006"/>
                  </a:lnTo>
                  <a:lnTo>
                    <a:pt x="3453" y="3993"/>
                  </a:lnTo>
                  <a:lnTo>
                    <a:pt x="3453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2" name="Google Shape;2962;p68"/>
            <p:cNvSpPr/>
            <p:nvPr/>
          </p:nvSpPr>
          <p:spPr>
            <a:xfrm>
              <a:off x="2917000" y="2835950"/>
              <a:ext cx="85850" cy="99825"/>
            </a:xfrm>
            <a:custGeom>
              <a:avLst/>
              <a:gdLst/>
              <a:ahLst/>
              <a:cxnLst/>
              <a:rect l="l" t="t" r="r" b="b"/>
              <a:pathLst>
                <a:path w="3434" h="3993" extrusionOk="0">
                  <a:moveTo>
                    <a:pt x="3434" y="0"/>
                  </a:moveTo>
                  <a:lnTo>
                    <a:pt x="1" y="2006"/>
                  </a:lnTo>
                  <a:lnTo>
                    <a:pt x="3434" y="3993"/>
                  </a:lnTo>
                  <a:lnTo>
                    <a:pt x="3434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3" name="Google Shape;2963;p68"/>
            <p:cNvSpPr/>
            <p:nvPr/>
          </p:nvSpPr>
          <p:spPr>
            <a:xfrm>
              <a:off x="2801300" y="2835950"/>
              <a:ext cx="86325" cy="99825"/>
            </a:xfrm>
            <a:custGeom>
              <a:avLst/>
              <a:gdLst/>
              <a:ahLst/>
              <a:cxnLst/>
              <a:rect l="l" t="t" r="r" b="b"/>
              <a:pathLst>
                <a:path w="3453" h="3993" extrusionOk="0">
                  <a:moveTo>
                    <a:pt x="3452" y="0"/>
                  </a:moveTo>
                  <a:lnTo>
                    <a:pt x="0" y="2006"/>
                  </a:lnTo>
                  <a:lnTo>
                    <a:pt x="3452" y="3993"/>
                  </a:lnTo>
                  <a:lnTo>
                    <a:pt x="3452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4" name="Google Shape;2964;p68"/>
            <p:cNvSpPr/>
            <p:nvPr/>
          </p:nvSpPr>
          <p:spPr>
            <a:xfrm>
              <a:off x="2685575" y="2835950"/>
              <a:ext cx="86325" cy="99825"/>
            </a:xfrm>
            <a:custGeom>
              <a:avLst/>
              <a:gdLst/>
              <a:ahLst/>
              <a:cxnLst/>
              <a:rect l="l" t="t" r="r" b="b"/>
              <a:pathLst>
                <a:path w="3453" h="3993" extrusionOk="0">
                  <a:moveTo>
                    <a:pt x="3453" y="0"/>
                  </a:moveTo>
                  <a:lnTo>
                    <a:pt x="0" y="2006"/>
                  </a:lnTo>
                  <a:lnTo>
                    <a:pt x="3453" y="3993"/>
                  </a:lnTo>
                  <a:lnTo>
                    <a:pt x="3453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965" name="Google Shape;2965;p68"/>
          <p:cNvSpPr/>
          <p:nvPr/>
        </p:nvSpPr>
        <p:spPr>
          <a:xfrm flipH="1">
            <a:off x="7392957" y="3424796"/>
            <a:ext cx="555517" cy="554294"/>
          </a:xfrm>
          <a:custGeom>
            <a:avLst/>
            <a:gdLst/>
            <a:ahLst/>
            <a:cxnLst/>
            <a:rect l="l" t="t" r="r" b="b"/>
            <a:pathLst>
              <a:path w="11362" h="11337" extrusionOk="0">
                <a:moveTo>
                  <a:pt x="11362" y="5668"/>
                </a:moveTo>
                <a:cubicBezTo>
                  <a:pt x="11362" y="8798"/>
                  <a:pt x="8823" y="11337"/>
                  <a:pt x="5669" y="11337"/>
                </a:cubicBezTo>
                <a:cubicBezTo>
                  <a:pt x="2539" y="11337"/>
                  <a:pt x="1" y="8798"/>
                  <a:pt x="1" y="5668"/>
                </a:cubicBezTo>
                <a:cubicBezTo>
                  <a:pt x="1" y="2539"/>
                  <a:pt x="2539" y="0"/>
                  <a:pt x="5669" y="0"/>
                </a:cubicBezTo>
                <a:cubicBezTo>
                  <a:pt x="8823" y="0"/>
                  <a:pt x="11362" y="2539"/>
                  <a:pt x="11362" y="5668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66" name="Google Shape;2966;p68"/>
          <p:cNvSpPr/>
          <p:nvPr/>
        </p:nvSpPr>
        <p:spPr>
          <a:xfrm>
            <a:off x="7770424" y="4641864"/>
            <a:ext cx="356100" cy="3561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67" name="Google Shape;2967;p68"/>
          <p:cNvSpPr/>
          <p:nvPr/>
        </p:nvSpPr>
        <p:spPr>
          <a:xfrm rot="-5400000">
            <a:off x="7837924" y="4715039"/>
            <a:ext cx="221100" cy="182100"/>
          </a:xfrm>
          <a:prstGeom prst="homePlate">
            <a:avLst>
              <a:gd name="adj" fmla="val 50000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68" name="Google Shape;2968;p68">
            <a:hlinkClick r:id="rId4" action="ppaction://hlinksldjump"/>
          </p:cNvPr>
          <p:cNvSpPr/>
          <p:nvPr/>
        </p:nvSpPr>
        <p:spPr>
          <a:xfrm>
            <a:off x="7770424" y="4641864"/>
            <a:ext cx="356100" cy="356100"/>
          </a:xfrm>
          <a:prstGeom prst="ellipse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69" name="Google Shape;2969;p68">
            <a:hlinkClick r:id="" action="ppaction://hlinkshowjump?jump=previousslide"/>
          </p:cNvPr>
          <p:cNvSpPr/>
          <p:nvPr/>
        </p:nvSpPr>
        <p:spPr>
          <a:xfrm>
            <a:off x="7462717" y="4728472"/>
            <a:ext cx="158147" cy="182899"/>
          </a:xfrm>
          <a:custGeom>
            <a:avLst/>
            <a:gdLst/>
            <a:ahLst/>
            <a:cxnLst/>
            <a:rect l="l" t="t" r="r" b="b"/>
            <a:pathLst>
              <a:path w="3453" h="3993" extrusionOk="0">
                <a:moveTo>
                  <a:pt x="3453" y="0"/>
                </a:moveTo>
                <a:lnTo>
                  <a:pt x="0" y="2006"/>
                </a:lnTo>
                <a:lnTo>
                  <a:pt x="3453" y="3993"/>
                </a:lnTo>
                <a:lnTo>
                  <a:pt x="3453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70" name="Google Shape;2970;p68">
            <a:hlinkClick r:id="" action="ppaction://hlinkshowjump?jump=nextslide"/>
          </p:cNvPr>
          <p:cNvSpPr/>
          <p:nvPr/>
        </p:nvSpPr>
        <p:spPr>
          <a:xfrm flipH="1">
            <a:off x="8276954" y="4728472"/>
            <a:ext cx="157277" cy="182899"/>
          </a:xfrm>
          <a:custGeom>
            <a:avLst/>
            <a:gdLst/>
            <a:ahLst/>
            <a:cxnLst/>
            <a:rect l="l" t="t" r="r" b="b"/>
            <a:pathLst>
              <a:path w="3434" h="3993" extrusionOk="0">
                <a:moveTo>
                  <a:pt x="3434" y="0"/>
                </a:moveTo>
                <a:lnTo>
                  <a:pt x="1" y="2006"/>
                </a:lnTo>
                <a:lnTo>
                  <a:pt x="3434" y="3993"/>
                </a:lnTo>
                <a:lnTo>
                  <a:pt x="3434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/>
                                        <p:tgtEl>
                                          <p:spTgt spid="29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" presetID="2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1000"/>
                                        <p:tgtEl>
                                          <p:spTgt spid="296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" dur="1000"/>
                                        <p:tgtEl>
                                          <p:spTgt spid="296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1000"/>
                                        <p:tgtEl>
                                          <p:spTgt spid="29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29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/>
                                        <p:tgtEl>
                                          <p:spTgt spid="29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29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29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29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29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29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4" name="Google Shape;2924;p67"/>
          <p:cNvSpPr txBox="1">
            <a:spLocks noGrp="1"/>
          </p:cNvSpPr>
          <p:nvPr>
            <p:ph type="title"/>
          </p:nvPr>
        </p:nvSpPr>
        <p:spPr>
          <a:xfrm>
            <a:off x="5244662" y="1545007"/>
            <a:ext cx="3183738" cy="7944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/>
          <a:p>
            <a:pPr lvl="0"/>
            <a:r>
              <a:rPr lang="en-US" b="1" dirty="0"/>
              <a:t>Microsoft News Dataset (MIND)</a:t>
            </a:r>
            <a:endParaRPr dirty="0"/>
          </a:p>
        </p:txBody>
      </p:sp>
      <p:sp>
        <p:nvSpPr>
          <p:cNvPr id="2925" name="Google Shape;2925;p67"/>
          <p:cNvSpPr txBox="1">
            <a:spLocks noGrp="1"/>
          </p:cNvSpPr>
          <p:nvPr>
            <p:ph type="subTitle" idx="1"/>
          </p:nvPr>
        </p:nvSpPr>
        <p:spPr>
          <a:xfrm>
            <a:off x="4572000" y="2466700"/>
            <a:ext cx="3856200" cy="128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en-US" dirty="0"/>
              <a:t>Overview of the Microsoft News Dataset (MIND).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dirty="0"/>
              <a:t>Significance of MIND in powering recommendation engine.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dirty="0"/>
          </a:p>
        </p:txBody>
      </p:sp>
      <p:pic>
        <p:nvPicPr>
          <p:cNvPr id="2926" name="Google Shape;2926;p67"/>
          <p:cNvPicPr preferRelativeResize="0"/>
          <p:nvPr/>
        </p:nvPicPr>
        <p:blipFill rotWithShape="1">
          <a:blip r:embed="rId3">
            <a:alphaModFix/>
          </a:blip>
          <a:srcRect l="43745" t="15088" r="19623" b="2593"/>
          <a:stretch/>
        </p:blipFill>
        <p:spPr>
          <a:xfrm>
            <a:off x="136011" y="152400"/>
            <a:ext cx="3229026" cy="4838702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pic>
      <p:grpSp>
        <p:nvGrpSpPr>
          <p:cNvPr id="2927" name="Google Shape;2927;p67"/>
          <p:cNvGrpSpPr/>
          <p:nvPr/>
        </p:nvGrpSpPr>
        <p:grpSpPr>
          <a:xfrm>
            <a:off x="391864" y="3545270"/>
            <a:ext cx="289170" cy="284718"/>
            <a:chOff x="426000" y="3302025"/>
            <a:chExt cx="220875" cy="217475"/>
          </a:xfrm>
        </p:grpSpPr>
        <p:sp>
          <p:nvSpPr>
            <p:cNvPr id="2928" name="Google Shape;2928;p67"/>
            <p:cNvSpPr/>
            <p:nvPr/>
          </p:nvSpPr>
          <p:spPr>
            <a:xfrm>
              <a:off x="426000" y="3425950"/>
              <a:ext cx="214125" cy="93550"/>
            </a:xfrm>
            <a:custGeom>
              <a:avLst/>
              <a:gdLst/>
              <a:ahLst/>
              <a:cxnLst/>
              <a:rect l="l" t="t" r="r" b="b"/>
              <a:pathLst>
                <a:path w="8565" h="3742" extrusionOk="0">
                  <a:moveTo>
                    <a:pt x="1" y="0"/>
                  </a:moveTo>
                  <a:cubicBezTo>
                    <a:pt x="290" y="2141"/>
                    <a:pt x="2122" y="3742"/>
                    <a:pt x="4283" y="3742"/>
                  </a:cubicBezTo>
                  <a:cubicBezTo>
                    <a:pt x="6443" y="3742"/>
                    <a:pt x="8275" y="2141"/>
                    <a:pt x="856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9" name="Google Shape;2929;p67"/>
            <p:cNvSpPr/>
            <p:nvPr/>
          </p:nvSpPr>
          <p:spPr>
            <a:xfrm>
              <a:off x="432750" y="3302025"/>
              <a:ext cx="214125" cy="94050"/>
            </a:xfrm>
            <a:custGeom>
              <a:avLst/>
              <a:gdLst/>
              <a:ahLst/>
              <a:cxnLst/>
              <a:rect l="l" t="t" r="r" b="b"/>
              <a:pathLst>
                <a:path w="8565" h="3762" extrusionOk="0">
                  <a:moveTo>
                    <a:pt x="1" y="0"/>
                  </a:moveTo>
                  <a:cubicBezTo>
                    <a:pt x="271" y="2141"/>
                    <a:pt x="2103" y="3761"/>
                    <a:pt x="4283" y="3761"/>
                  </a:cubicBezTo>
                  <a:cubicBezTo>
                    <a:pt x="6443" y="3761"/>
                    <a:pt x="8275" y="2141"/>
                    <a:pt x="856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930" name="Google Shape;2930;p67"/>
          <p:cNvGrpSpPr/>
          <p:nvPr/>
        </p:nvGrpSpPr>
        <p:grpSpPr>
          <a:xfrm rot="5400000">
            <a:off x="1273912" y="4127100"/>
            <a:ext cx="357454" cy="956304"/>
            <a:chOff x="357713" y="600975"/>
            <a:chExt cx="357454" cy="956304"/>
          </a:xfrm>
        </p:grpSpPr>
        <p:sp>
          <p:nvSpPr>
            <p:cNvPr id="2931" name="Google Shape;2931;p67"/>
            <p:cNvSpPr/>
            <p:nvPr/>
          </p:nvSpPr>
          <p:spPr>
            <a:xfrm>
              <a:off x="357713" y="600975"/>
              <a:ext cx="357454" cy="357454"/>
            </a:xfrm>
            <a:custGeom>
              <a:avLst/>
              <a:gdLst/>
              <a:ahLst/>
              <a:cxnLst/>
              <a:rect l="l" t="t" r="r" b="b"/>
              <a:pathLst>
                <a:path w="6539" h="6539" fill="none" extrusionOk="0">
                  <a:moveTo>
                    <a:pt x="3954" y="367"/>
                  </a:moveTo>
                  <a:cubicBezTo>
                    <a:pt x="5535" y="752"/>
                    <a:pt x="6538" y="2353"/>
                    <a:pt x="6152" y="3954"/>
                  </a:cubicBezTo>
                  <a:cubicBezTo>
                    <a:pt x="5767" y="5535"/>
                    <a:pt x="4166" y="6538"/>
                    <a:pt x="2584" y="6153"/>
                  </a:cubicBezTo>
                  <a:cubicBezTo>
                    <a:pt x="984" y="5767"/>
                    <a:pt x="0" y="4166"/>
                    <a:pt x="366" y="2585"/>
                  </a:cubicBezTo>
                  <a:cubicBezTo>
                    <a:pt x="752" y="984"/>
                    <a:pt x="2353" y="0"/>
                    <a:pt x="3954" y="36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2" name="Google Shape;2932;p67"/>
            <p:cNvSpPr/>
            <p:nvPr/>
          </p:nvSpPr>
          <p:spPr>
            <a:xfrm>
              <a:off x="374549" y="819196"/>
              <a:ext cx="324765" cy="324765"/>
            </a:xfrm>
            <a:custGeom>
              <a:avLst/>
              <a:gdLst/>
              <a:ahLst/>
              <a:cxnLst/>
              <a:rect l="l" t="t" r="r" b="b"/>
              <a:pathLst>
                <a:path w="5941" h="5941" fill="none" extrusionOk="0">
                  <a:moveTo>
                    <a:pt x="5941" y="2971"/>
                  </a:moveTo>
                  <a:cubicBezTo>
                    <a:pt x="5941" y="4610"/>
                    <a:pt x="4610" y="5941"/>
                    <a:pt x="2971" y="5941"/>
                  </a:cubicBezTo>
                  <a:cubicBezTo>
                    <a:pt x="1331" y="5941"/>
                    <a:pt x="1" y="4610"/>
                    <a:pt x="1" y="2971"/>
                  </a:cubicBezTo>
                  <a:cubicBezTo>
                    <a:pt x="1" y="1331"/>
                    <a:pt x="1331" y="1"/>
                    <a:pt x="2971" y="1"/>
                  </a:cubicBezTo>
                  <a:cubicBezTo>
                    <a:pt x="4610" y="1"/>
                    <a:pt x="5941" y="1331"/>
                    <a:pt x="5941" y="297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3" name="Google Shape;2933;p67"/>
            <p:cNvSpPr/>
            <p:nvPr/>
          </p:nvSpPr>
          <p:spPr>
            <a:xfrm>
              <a:off x="357713" y="997347"/>
              <a:ext cx="357454" cy="357509"/>
            </a:xfrm>
            <a:custGeom>
              <a:avLst/>
              <a:gdLst/>
              <a:ahLst/>
              <a:cxnLst/>
              <a:rect l="l" t="t" r="r" b="b"/>
              <a:pathLst>
                <a:path w="6539" h="6540" fill="none" extrusionOk="0">
                  <a:moveTo>
                    <a:pt x="3954" y="387"/>
                  </a:moveTo>
                  <a:cubicBezTo>
                    <a:pt x="5555" y="753"/>
                    <a:pt x="6538" y="2354"/>
                    <a:pt x="6152" y="3955"/>
                  </a:cubicBezTo>
                  <a:cubicBezTo>
                    <a:pt x="5767" y="5556"/>
                    <a:pt x="4166" y="6539"/>
                    <a:pt x="2584" y="6153"/>
                  </a:cubicBezTo>
                  <a:cubicBezTo>
                    <a:pt x="984" y="5787"/>
                    <a:pt x="0" y="4186"/>
                    <a:pt x="366" y="2585"/>
                  </a:cubicBezTo>
                  <a:cubicBezTo>
                    <a:pt x="752" y="985"/>
                    <a:pt x="2353" y="1"/>
                    <a:pt x="3954" y="38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4" name="Google Shape;2934;p67"/>
            <p:cNvSpPr/>
            <p:nvPr/>
          </p:nvSpPr>
          <p:spPr>
            <a:xfrm>
              <a:off x="358751" y="1200863"/>
              <a:ext cx="356416" cy="356416"/>
            </a:xfrm>
            <a:custGeom>
              <a:avLst/>
              <a:gdLst/>
              <a:ahLst/>
              <a:cxnLst/>
              <a:rect l="l" t="t" r="r" b="b"/>
              <a:pathLst>
                <a:path w="6520" h="6520" fill="none" extrusionOk="0">
                  <a:moveTo>
                    <a:pt x="5362" y="1158"/>
                  </a:moveTo>
                  <a:cubicBezTo>
                    <a:pt x="6519" y="2315"/>
                    <a:pt x="6519" y="4186"/>
                    <a:pt x="5362" y="5343"/>
                  </a:cubicBezTo>
                  <a:cubicBezTo>
                    <a:pt x="4186" y="6519"/>
                    <a:pt x="2315" y="6519"/>
                    <a:pt x="1157" y="5343"/>
                  </a:cubicBezTo>
                  <a:cubicBezTo>
                    <a:pt x="0" y="4186"/>
                    <a:pt x="0" y="2315"/>
                    <a:pt x="1157" y="1158"/>
                  </a:cubicBezTo>
                  <a:cubicBezTo>
                    <a:pt x="2315" y="0"/>
                    <a:pt x="4186" y="0"/>
                    <a:pt x="5362" y="1158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935" name="Google Shape;2935;p67"/>
          <p:cNvSpPr/>
          <p:nvPr/>
        </p:nvSpPr>
        <p:spPr>
          <a:xfrm>
            <a:off x="7770424" y="4641864"/>
            <a:ext cx="356100" cy="3561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36" name="Google Shape;2936;p67"/>
          <p:cNvSpPr/>
          <p:nvPr/>
        </p:nvSpPr>
        <p:spPr>
          <a:xfrm rot="-5400000">
            <a:off x="7837924" y="4715039"/>
            <a:ext cx="221100" cy="182100"/>
          </a:xfrm>
          <a:prstGeom prst="homePlate">
            <a:avLst>
              <a:gd name="adj" fmla="val 50000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37" name="Google Shape;2937;p67">
            <a:hlinkClick r:id="rId4" action="ppaction://hlinksldjump"/>
          </p:cNvPr>
          <p:cNvSpPr/>
          <p:nvPr/>
        </p:nvSpPr>
        <p:spPr>
          <a:xfrm>
            <a:off x="7770424" y="4641864"/>
            <a:ext cx="356100" cy="356100"/>
          </a:xfrm>
          <a:prstGeom prst="ellipse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38" name="Google Shape;2938;p67">
            <a:hlinkClick r:id="" action="ppaction://hlinkshowjump?jump=previousslide"/>
          </p:cNvPr>
          <p:cNvSpPr/>
          <p:nvPr/>
        </p:nvSpPr>
        <p:spPr>
          <a:xfrm>
            <a:off x="7462717" y="4728472"/>
            <a:ext cx="158147" cy="182899"/>
          </a:xfrm>
          <a:custGeom>
            <a:avLst/>
            <a:gdLst/>
            <a:ahLst/>
            <a:cxnLst/>
            <a:rect l="l" t="t" r="r" b="b"/>
            <a:pathLst>
              <a:path w="3453" h="3993" extrusionOk="0">
                <a:moveTo>
                  <a:pt x="3453" y="0"/>
                </a:moveTo>
                <a:lnTo>
                  <a:pt x="0" y="2006"/>
                </a:lnTo>
                <a:lnTo>
                  <a:pt x="3453" y="3993"/>
                </a:lnTo>
                <a:lnTo>
                  <a:pt x="3453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39" name="Google Shape;2939;p67">
            <a:hlinkClick r:id="" action="ppaction://hlinkshowjump?jump=nextslide"/>
          </p:cNvPr>
          <p:cNvSpPr/>
          <p:nvPr/>
        </p:nvSpPr>
        <p:spPr>
          <a:xfrm flipH="1">
            <a:off x="8276954" y="4728472"/>
            <a:ext cx="157277" cy="182899"/>
          </a:xfrm>
          <a:custGeom>
            <a:avLst/>
            <a:gdLst/>
            <a:ahLst/>
            <a:cxnLst/>
            <a:rect l="l" t="t" r="r" b="b"/>
            <a:pathLst>
              <a:path w="3434" h="3993" extrusionOk="0">
                <a:moveTo>
                  <a:pt x="3434" y="0"/>
                </a:moveTo>
                <a:lnTo>
                  <a:pt x="1" y="2006"/>
                </a:lnTo>
                <a:lnTo>
                  <a:pt x="3434" y="3993"/>
                </a:lnTo>
                <a:lnTo>
                  <a:pt x="3434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/>
                                        <p:tgtEl>
                                          <p:spTgt spid="29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" presetID="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1000"/>
                                        <p:tgtEl>
                                          <p:spTgt spid="29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/>
                                        <p:tgtEl>
                                          <p:spTgt spid="29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29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/>
                                        <p:tgtEl>
                                          <p:spTgt spid="29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29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29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29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29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29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8" name="Google Shape;2698;p63"/>
          <p:cNvSpPr txBox="1">
            <a:spLocks noGrp="1"/>
          </p:cNvSpPr>
          <p:nvPr>
            <p:ph type="title"/>
          </p:nvPr>
        </p:nvSpPr>
        <p:spPr>
          <a:xfrm>
            <a:off x="785201" y="1410069"/>
            <a:ext cx="6350121" cy="4206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/>
          <a:p>
            <a:pPr lvl="0"/>
            <a:r>
              <a:rPr lang="en-US" b="1" dirty="0"/>
              <a:t>User </a:t>
            </a:r>
            <a:r>
              <a:rPr lang="en-US" b="1" dirty="0" smtClean="0"/>
              <a:t>click</a:t>
            </a:r>
            <a:r>
              <a:rPr lang="en-US" b="1" dirty="0" smtClean="0"/>
              <a:t> </a:t>
            </a:r>
            <a:r>
              <a:rPr lang="en-US" b="1" dirty="0"/>
              <a:t>History Integration</a:t>
            </a:r>
            <a:endParaRPr dirty="0"/>
          </a:p>
        </p:txBody>
      </p:sp>
      <p:grpSp>
        <p:nvGrpSpPr>
          <p:cNvPr id="2699" name="Google Shape;2699;p63"/>
          <p:cNvGrpSpPr/>
          <p:nvPr/>
        </p:nvGrpSpPr>
        <p:grpSpPr>
          <a:xfrm>
            <a:off x="5268783" y="-1501970"/>
            <a:ext cx="2795003" cy="2795003"/>
            <a:chOff x="1943325" y="-220375"/>
            <a:chExt cx="1298672" cy="1298672"/>
          </a:xfrm>
        </p:grpSpPr>
        <p:sp>
          <p:nvSpPr>
            <p:cNvPr id="2700" name="Google Shape;2700;p63"/>
            <p:cNvSpPr/>
            <p:nvPr/>
          </p:nvSpPr>
          <p:spPr>
            <a:xfrm>
              <a:off x="2582255" y="-220375"/>
              <a:ext cx="49" cy="460871"/>
            </a:xfrm>
            <a:custGeom>
              <a:avLst/>
              <a:gdLst/>
              <a:ahLst/>
              <a:cxnLst/>
              <a:rect l="l" t="t" r="r" b="b"/>
              <a:pathLst>
                <a:path w="1" h="9432" fill="none" extrusionOk="0">
                  <a:moveTo>
                    <a:pt x="0" y="0"/>
                  </a:moveTo>
                  <a:lnTo>
                    <a:pt x="0" y="9431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1" name="Google Shape;2701;p63"/>
            <p:cNvSpPr/>
            <p:nvPr/>
          </p:nvSpPr>
          <p:spPr>
            <a:xfrm>
              <a:off x="2414509" y="-195895"/>
              <a:ext cx="118785" cy="444844"/>
            </a:xfrm>
            <a:custGeom>
              <a:avLst/>
              <a:gdLst/>
              <a:ahLst/>
              <a:cxnLst/>
              <a:rect l="l" t="t" r="r" b="b"/>
              <a:pathLst>
                <a:path w="2431" h="9104" fill="none" extrusionOk="0">
                  <a:moveTo>
                    <a:pt x="0" y="1"/>
                  </a:moveTo>
                  <a:lnTo>
                    <a:pt x="2431" y="9104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2" name="Google Shape;2702;p63"/>
            <p:cNvSpPr/>
            <p:nvPr/>
          </p:nvSpPr>
          <p:spPr>
            <a:xfrm>
              <a:off x="2259027" y="-128024"/>
              <a:ext cx="229996" cy="398669"/>
            </a:xfrm>
            <a:custGeom>
              <a:avLst/>
              <a:gdLst/>
              <a:ahLst/>
              <a:cxnLst/>
              <a:rect l="l" t="t" r="r" b="b"/>
              <a:pathLst>
                <a:path w="4707" h="8159" fill="none" extrusionOk="0">
                  <a:moveTo>
                    <a:pt x="0" y="0"/>
                  </a:moveTo>
                  <a:lnTo>
                    <a:pt x="4706" y="8158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3" name="Google Shape;2703;p63"/>
            <p:cNvSpPr/>
            <p:nvPr/>
          </p:nvSpPr>
          <p:spPr>
            <a:xfrm>
              <a:off x="2126121" y="-22481"/>
              <a:ext cx="325180" cy="325180"/>
            </a:xfrm>
            <a:custGeom>
              <a:avLst/>
              <a:gdLst/>
              <a:ahLst/>
              <a:cxnLst/>
              <a:rect l="l" t="t" r="r" b="b"/>
              <a:pathLst>
                <a:path w="6655" h="6655" fill="none" extrusionOk="0">
                  <a:moveTo>
                    <a:pt x="1" y="0"/>
                  </a:moveTo>
                  <a:lnTo>
                    <a:pt x="6655" y="6654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4" name="Google Shape;2704;p63"/>
            <p:cNvSpPr/>
            <p:nvPr/>
          </p:nvSpPr>
          <p:spPr>
            <a:xfrm>
              <a:off x="2025317" y="113211"/>
              <a:ext cx="398669" cy="230924"/>
            </a:xfrm>
            <a:custGeom>
              <a:avLst/>
              <a:gdLst/>
              <a:ahLst/>
              <a:cxnLst/>
              <a:rect l="l" t="t" r="r" b="b"/>
              <a:pathLst>
                <a:path w="8159" h="4726" fill="none" extrusionOk="0">
                  <a:moveTo>
                    <a:pt x="0" y="1"/>
                  </a:moveTo>
                  <a:lnTo>
                    <a:pt x="8158" y="4726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5" name="Google Shape;2705;p63"/>
            <p:cNvSpPr/>
            <p:nvPr/>
          </p:nvSpPr>
          <p:spPr>
            <a:xfrm>
              <a:off x="1963114" y="270598"/>
              <a:ext cx="444844" cy="119713"/>
            </a:xfrm>
            <a:custGeom>
              <a:avLst/>
              <a:gdLst/>
              <a:ahLst/>
              <a:cxnLst/>
              <a:rect l="l" t="t" r="r" b="b"/>
              <a:pathLst>
                <a:path w="9104" h="2450" fill="none" extrusionOk="0">
                  <a:moveTo>
                    <a:pt x="0" y="0"/>
                  </a:moveTo>
                  <a:lnTo>
                    <a:pt x="9103" y="24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6" name="Google Shape;2706;p63"/>
            <p:cNvSpPr/>
            <p:nvPr/>
          </p:nvSpPr>
          <p:spPr>
            <a:xfrm>
              <a:off x="1943325" y="439273"/>
              <a:ext cx="460871" cy="49"/>
            </a:xfrm>
            <a:custGeom>
              <a:avLst/>
              <a:gdLst/>
              <a:ahLst/>
              <a:cxnLst/>
              <a:rect l="l" t="t" r="r" b="b"/>
              <a:pathLst>
                <a:path w="9432" h="1" fill="none" extrusionOk="0">
                  <a:moveTo>
                    <a:pt x="0" y="1"/>
                  </a:moveTo>
                  <a:lnTo>
                    <a:pt x="9431" y="1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7" name="Google Shape;2707;p63"/>
            <p:cNvSpPr/>
            <p:nvPr/>
          </p:nvSpPr>
          <p:spPr>
            <a:xfrm>
              <a:off x="1967805" y="487354"/>
              <a:ext cx="445821" cy="119713"/>
            </a:xfrm>
            <a:custGeom>
              <a:avLst/>
              <a:gdLst/>
              <a:ahLst/>
              <a:cxnLst/>
              <a:rect l="l" t="t" r="r" b="b"/>
              <a:pathLst>
                <a:path w="9124" h="2450" fill="none" extrusionOk="0">
                  <a:moveTo>
                    <a:pt x="1" y="2450"/>
                  </a:moveTo>
                  <a:lnTo>
                    <a:pt x="9123" y="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8" name="Google Shape;2708;p63"/>
            <p:cNvSpPr/>
            <p:nvPr/>
          </p:nvSpPr>
          <p:spPr>
            <a:xfrm>
              <a:off x="2035676" y="532600"/>
              <a:ext cx="398669" cy="229996"/>
            </a:xfrm>
            <a:custGeom>
              <a:avLst/>
              <a:gdLst/>
              <a:ahLst/>
              <a:cxnLst/>
              <a:rect l="l" t="t" r="r" b="b"/>
              <a:pathLst>
                <a:path w="8159" h="4707" fill="none" extrusionOk="0">
                  <a:moveTo>
                    <a:pt x="0" y="4706"/>
                  </a:moveTo>
                  <a:lnTo>
                    <a:pt x="8158" y="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9" name="Google Shape;2709;p63"/>
            <p:cNvSpPr/>
            <p:nvPr/>
          </p:nvSpPr>
          <p:spPr>
            <a:xfrm>
              <a:off x="2141219" y="569345"/>
              <a:ext cx="326108" cy="326108"/>
            </a:xfrm>
            <a:custGeom>
              <a:avLst/>
              <a:gdLst/>
              <a:ahLst/>
              <a:cxnLst/>
              <a:rect l="l" t="t" r="r" b="b"/>
              <a:pathLst>
                <a:path w="6674" h="6674" fill="none" extrusionOk="0">
                  <a:moveTo>
                    <a:pt x="0" y="6674"/>
                  </a:moveTo>
                  <a:lnTo>
                    <a:pt x="6673" y="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0" name="Google Shape;2710;p63"/>
            <p:cNvSpPr/>
            <p:nvPr/>
          </p:nvSpPr>
          <p:spPr>
            <a:xfrm>
              <a:off x="2277840" y="597588"/>
              <a:ext cx="229996" cy="398718"/>
            </a:xfrm>
            <a:custGeom>
              <a:avLst/>
              <a:gdLst/>
              <a:ahLst/>
              <a:cxnLst/>
              <a:rect l="l" t="t" r="r" b="b"/>
              <a:pathLst>
                <a:path w="4707" h="8160" fill="none" extrusionOk="0">
                  <a:moveTo>
                    <a:pt x="1" y="8159"/>
                  </a:moveTo>
                  <a:lnTo>
                    <a:pt x="4707" y="1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1" name="Google Shape;2711;p63"/>
            <p:cNvSpPr/>
            <p:nvPr/>
          </p:nvSpPr>
          <p:spPr>
            <a:xfrm>
              <a:off x="2435227" y="613615"/>
              <a:ext cx="118785" cy="444893"/>
            </a:xfrm>
            <a:custGeom>
              <a:avLst/>
              <a:gdLst/>
              <a:ahLst/>
              <a:cxnLst/>
              <a:rect l="l" t="t" r="r" b="b"/>
              <a:pathLst>
                <a:path w="2431" h="9105" fill="none" extrusionOk="0">
                  <a:moveTo>
                    <a:pt x="1" y="9104"/>
                  </a:moveTo>
                  <a:lnTo>
                    <a:pt x="2431" y="1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2" name="Google Shape;2712;p63"/>
            <p:cNvSpPr/>
            <p:nvPr/>
          </p:nvSpPr>
          <p:spPr>
            <a:xfrm>
              <a:off x="2602973" y="617377"/>
              <a:ext cx="49" cy="460920"/>
            </a:xfrm>
            <a:custGeom>
              <a:avLst/>
              <a:gdLst/>
              <a:ahLst/>
              <a:cxnLst/>
              <a:rect l="l" t="t" r="r" b="b"/>
              <a:pathLst>
                <a:path w="1" h="9433" fill="none" extrusionOk="0">
                  <a:moveTo>
                    <a:pt x="1" y="9432"/>
                  </a:moveTo>
                  <a:lnTo>
                    <a:pt x="1" y="1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3" name="Google Shape;2713;p63"/>
            <p:cNvSpPr/>
            <p:nvPr/>
          </p:nvSpPr>
          <p:spPr>
            <a:xfrm>
              <a:off x="2651982" y="607996"/>
              <a:ext cx="118785" cy="444844"/>
            </a:xfrm>
            <a:custGeom>
              <a:avLst/>
              <a:gdLst/>
              <a:ahLst/>
              <a:cxnLst/>
              <a:rect l="l" t="t" r="r" b="b"/>
              <a:pathLst>
                <a:path w="2431" h="9104" fill="none" extrusionOk="0">
                  <a:moveTo>
                    <a:pt x="2431" y="9103"/>
                  </a:moveTo>
                  <a:lnTo>
                    <a:pt x="1" y="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4" name="Google Shape;2714;p63"/>
            <p:cNvSpPr/>
            <p:nvPr/>
          </p:nvSpPr>
          <p:spPr>
            <a:xfrm>
              <a:off x="2696300" y="586301"/>
              <a:ext cx="229996" cy="398669"/>
            </a:xfrm>
            <a:custGeom>
              <a:avLst/>
              <a:gdLst/>
              <a:ahLst/>
              <a:cxnLst/>
              <a:rect l="l" t="t" r="r" b="b"/>
              <a:pathLst>
                <a:path w="4707" h="8159" fill="none" extrusionOk="0">
                  <a:moveTo>
                    <a:pt x="4706" y="8159"/>
                  </a:moveTo>
                  <a:lnTo>
                    <a:pt x="0" y="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5" name="Google Shape;2715;p63"/>
            <p:cNvSpPr/>
            <p:nvPr/>
          </p:nvSpPr>
          <p:spPr>
            <a:xfrm>
              <a:off x="2733974" y="554247"/>
              <a:ext cx="325180" cy="326108"/>
            </a:xfrm>
            <a:custGeom>
              <a:avLst/>
              <a:gdLst/>
              <a:ahLst/>
              <a:cxnLst/>
              <a:rect l="l" t="t" r="r" b="b"/>
              <a:pathLst>
                <a:path w="6655" h="6674" fill="none" extrusionOk="0">
                  <a:moveTo>
                    <a:pt x="6655" y="6674"/>
                  </a:moveTo>
                  <a:lnTo>
                    <a:pt x="1" y="1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6" name="Google Shape;2716;p63"/>
            <p:cNvSpPr/>
            <p:nvPr/>
          </p:nvSpPr>
          <p:spPr>
            <a:xfrm>
              <a:off x="2761288" y="513739"/>
              <a:ext cx="398718" cy="229996"/>
            </a:xfrm>
            <a:custGeom>
              <a:avLst/>
              <a:gdLst/>
              <a:ahLst/>
              <a:cxnLst/>
              <a:rect l="l" t="t" r="r" b="b"/>
              <a:pathLst>
                <a:path w="8160" h="4707" fill="none" extrusionOk="0">
                  <a:moveTo>
                    <a:pt x="8159" y="4706"/>
                  </a:moveTo>
                  <a:lnTo>
                    <a:pt x="1" y="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7" name="Google Shape;2717;p63"/>
            <p:cNvSpPr/>
            <p:nvPr/>
          </p:nvSpPr>
          <p:spPr>
            <a:xfrm>
              <a:off x="2777315" y="466636"/>
              <a:ext cx="444893" cy="119713"/>
            </a:xfrm>
            <a:custGeom>
              <a:avLst/>
              <a:gdLst/>
              <a:ahLst/>
              <a:cxnLst/>
              <a:rect l="l" t="t" r="r" b="b"/>
              <a:pathLst>
                <a:path w="9105" h="2450" fill="none" extrusionOk="0">
                  <a:moveTo>
                    <a:pt x="9104" y="2449"/>
                  </a:moveTo>
                  <a:lnTo>
                    <a:pt x="1" y="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8" name="Google Shape;2718;p63"/>
            <p:cNvSpPr/>
            <p:nvPr/>
          </p:nvSpPr>
          <p:spPr>
            <a:xfrm>
              <a:off x="2781077" y="417626"/>
              <a:ext cx="460920" cy="49"/>
            </a:xfrm>
            <a:custGeom>
              <a:avLst/>
              <a:gdLst/>
              <a:ahLst/>
              <a:cxnLst/>
              <a:rect l="l" t="t" r="r" b="b"/>
              <a:pathLst>
                <a:path w="9433" h="1" fill="none" extrusionOk="0">
                  <a:moveTo>
                    <a:pt x="9432" y="0"/>
                  </a:moveTo>
                  <a:lnTo>
                    <a:pt x="1" y="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9" name="Google Shape;2719;p63"/>
            <p:cNvSpPr/>
            <p:nvPr/>
          </p:nvSpPr>
          <p:spPr>
            <a:xfrm>
              <a:off x="2771696" y="249880"/>
              <a:ext cx="444844" cy="119713"/>
            </a:xfrm>
            <a:custGeom>
              <a:avLst/>
              <a:gdLst/>
              <a:ahLst/>
              <a:cxnLst/>
              <a:rect l="l" t="t" r="r" b="b"/>
              <a:pathLst>
                <a:path w="9104" h="2450" fill="none" extrusionOk="0">
                  <a:moveTo>
                    <a:pt x="9103" y="0"/>
                  </a:moveTo>
                  <a:lnTo>
                    <a:pt x="0" y="24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0" name="Google Shape;2720;p63"/>
            <p:cNvSpPr/>
            <p:nvPr/>
          </p:nvSpPr>
          <p:spPr>
            <a:xfrm>
              <a:off x="2750929" y="94350"/>
              <a:ext cx="398718" cy="230973"/>
            </a:xfrm>
            <a:custGeom>
              <a:avLst/>
              <a:gdLst/>
              <a:ahLst/>
              <a:cxnLst/>
              <a:rect l="l" t="t" r="r" b="b"/>
              <a:pathLst>
                <a:path w="8160" h="4727" fill="none" extrusionOk="0">
                  <a:moveTo>
                    <a:pt x="8159" y="1"/>
                  </a:moveTo>
                  <a:lnTo>
                    <a:pt x="1" y="4726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1" name="Google Shape;2721;p63"/>
            <p:cNvSpPr/>
            <p:nvPr/>
          </p:nvSpPr>
          <p:spPr>
            <a:xfrm>
              <a:off x="2717947" y="-38508"/>
              <a:ext cx="326108" cy="326108"/>
            </a:xfrm>
            <a:custGeom>
              <a:avLst/>
              <a:gdLst/>
              <a:ahLst/>
              <a:cxnLst/>
              <a:rect l="l" t="t" r="r" b="b"/>
              <a:pathLst>
                <a:path w="6674" h="6674" fill="none" extrusionOk="0">
                  <a:moveTo>
                    <a:pt x="6674" y="0"/>
                  </a:moveTo>
                  <a:lnTo>
                    <a:pt x="1" y="6674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2" name="Google Shape;2722;p63"/>
            <p:cNvSpPr/>
            <p:nvPr/>
          </p:nvSpPr>
          <p:spPr>
            <a:xfrm>
              <a:off x="2677439" y="-139361"/>
              <a:ext cx="229996" cy="399646"/>
            </a:xfrm>
            <a:custGeom>
              <a:avLst/>
              <a:gdLst/>
              <a:ahLst/>
              <a:cxnLst/>
              <a:rect l="l" t="t" r="r" b="b"/>
              <a:pathLst>
                <a:path w="4707" h="8179" fill="none" extrusionOk="0">
                  <a:moveTo>
                    <a:pt x="4706" y="1"/>
                  </a:moveTo>
                  <a:lnTo>
                    <a:pt x="0" y="8178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3" name="Google Shape;2723;p63"/>
            <p:cNvSpPr/>
            <p:nvPr/>
          </p:nvSpPr>
          <p:spPr>
            <a:xfrm>
              <a:off x="2631264" y="-201563"/>
              <a:ext cx="118785" cy="444893"/>
            </a:xfrm>
            <a:custGeom>
              <a:avLst/>
              <a:gdLst/>
              <a:ahLst/>
              <a:cxnLst/>
              <a:rect l="l" t="t" r="r" b="b"/>
              <a:pathLst>
                <a:path w="2431" h="9105" fill="none" extrusionOk="0">
                  <a:moveTo>
                    <a:pt x="2430" y="1"/>
                  </a:moveTo>
                  <a:lnTo>
                    <a:pt x="0" y="9104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4" name="Google Shape;2724;p63"/>
            <p:cNvSpPr/>
            <p:nvPr/>
          </p:nvSpPr>
          <p:spPr>
            <a:xfrm>
              <a:off x="2607712" y="-215684"/>
              <a:ext cx="62251" cy="456180"/>
            </a:xfrm>
            <a:custGeom>
              <a:avLst/>
              <a:gdLst/>
              <a:ahLst/>
              <a:cxnLst/>
              <a:rect l="l" t="t" r="r" b="b"/>
              <a:pathLst>
                <a:path w="1274" h="9336" fill="none" extrusionOk="0">
                  <a:moveTo>
                    <a:pt x="1273" y="0"/>
                  </a:moveTo>
                  <a:lnTo>
                    <a:pt x="0" y="9335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5" name="Google Shape;2725;p63"/>
            <p:cNvSpPr/>
            <p:nvPr/>
          </p:nvSpPr>
          <p:spPr>
            <a:xfrm>
              <a:off x="2500263" y="-213779"/>
              <a:ext cx="57511" cy="457109"/>
            </a:xfrm>
            <a:custGeom>
              <a:avLst/>
              <a:gdLst/>
              <a:ahLst/>
              <a:cxnLst/>
              <a:rect l="l" t="t" r="r" b="b"/>
              <a:pathLst>
                <a:path w="1177" h="9355" fill="none" extrusionOk="0">
                  <a:moveTo>
                    <a:pt x="1" y="0"/>
                  </a:moveTo>
                  <a:lnTo>
                    <a:pt x="1177" y="9354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6" name="Google Shape;2726;p63"/>
            <p:cNvSpPr/>
            <p:nvPr/>
          </p:nvSpPr>
          <p:spPr>
            <a:xfrm>
              <a:off x="2337208" y="-168580"/>
              <a:ext cx="174390" cy="426961"/>
            </a:xfrm>
            <a:custGeom>
              <a:avLst/>
              <a:gdLst/>
              <a:ahLst/>
              <a:cxnLst/>
              <a:rect l="l" t="t" r="r" b="b"/>
              <a:pathLst>
                <a:path w="3569" h="8738" fill="none" extrusionOk="0">
                  <a:moveTo>
                    <a:pt x="1" y="1"/>
                  </a:moveTo>
                  <a:lnTo>
                    <a:pt x="3569" y="8738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7" name="Google Shape;2727;p63"/>
            <p:cNvSpPr/>
            <p:nvPr/>
          </p:nvSpPr>
          <p:spPr>
            <a:xfrm>
              <a:off x="2191157" y="-81849"/>
              <a:ext cx="279005" cy="366615"/>
            </a:xfrm>
            <a:custGeom>
              <a:avLst/>
              <a:gdLst/>
              <a:ahLst/>
              <a:cxnLst/>
              <a:rect l="l" t="t" r="r" b="b"/>
              <a:pathLst>
                <a:path w="5710" h="7503" fill="none" extrusionOk="0">
                  <a:moveTo>
                    <a:pt x="0" y="0"/>
                  </a:moveTo>
                  <a:lnTo>
                    <a:pt x="5709" y="7503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8" name="Google Shape;2728;p63"/>
            <p:cNvSpPr/>
            <p:nvPr/>
          </p:nvSpPr>
          <p:spPr>
            <a:xfrm>
              <a:off x="2072420" y="39722"/>
              <a:ext cx="364759" cy="281790"/>
            </a:xfrm>
            <a:custGeom>
              <a:avLst/>
              <a:gdLst/>
              <a:ahLst/>
              <a:cxnLst/>
              <a:rect l="l" t="t" r="r" b="b"/>
              <a:pathLst>
                <a:path w="7465" h="5767" fill="none" extrusionOk="0">
                  <a:moveTo>
                    <a:pt x="0" y="0"/>
                  </a:moveTo>
                  <a:lnTo>
                    <a:pt x="7464" y="5767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9" name="Google Shape;2729;p63"/>
            <p:cNvSpPr/>
            <p:nvPr/>
          </p:nvSpPr>
          <p:spPr>
            <a:xfrm>
              <a:off x="1989500" y="187678"/>
              <a:ext cx="425055" cy="178153"/>
            </a:xfrm>
            <a:custGeom>
              <a:avLst/>
              <a:gdLst/>
              <a:ahLst/>
              <a:cxnLst/>
              <a:rect l="l" t="t" r="r" b="b"/>
              <a:pathLst>
                <a:path w="8699" h="3646" fill="none" extrusionOk="0">
                  <a:moveTo>
                    <a:pt x="0" y="0"/>
                  </a:moveTo>
                  <a:lnTo>
                    <a:pt x="8698" y="3645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0" name="Google Shape;2730;p63"/>
            <p:cNvSpPr/>
            <p:nvPr/>
          </p:nvSpPr>
          <p:spPr>
            <a:xfrm>
              <a:off x="1948016" y="351662"/>
              <a:ext cx="456180" cy="62251"/>
            </a:xfrm>
            <a:custGeom>
              <a:avLst/>
              <a:gdLst/>
              <a:ahLst/>
              <a:cxnLst/>
              <a:rect l="l" t="t" r="r" b="b"/>
              <a:pathLst>
                <a:path w="9336" h="1274" fill="none" extrusionOk="0">
                  <a:moveTo>
                    <a:pt x="1" y="0"/>
                  </a:moveTo>
                  <a:lnTo>
                    <a:pt x="9335" y="1273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1" name="Google Shape;2731;p63"/>
            <p:cNvSpPr/>
            <p:nvPr/>
          </p:nvSpPr>
          <p:spPr>
            <a:xfrm>
              <a:off x="1949921" y="462824"/>
              <a:ext cx="457109" cy="58488"/>
            </a:xfrm>
            <a:custGeom>
              <a:avLst/>
              <a:gdLst/>
              <a:ahLst/>
              <a:cxnLst/>
              <a:rect l="l" t="t" r="r" b="b"/>
              <a:pathLst>
                <a:path w="9355" h="1197" fill="none" extrusionOk="0">
                  <a:moveTo>
                    <a:pt x="0" y="1197"/>
                  </a:moveTo>
                  <a:lnTo>
                    <a:pt x="9354" y="1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2" name="Google Shape;2732;p63"/>
            <p:cNvSpPr/>
            <p:nvPr/>
          </p:nvSpPr>
          <p:spPr>
            <a:xfrm>
              <a:off x="1996097" y="509977"/>
              <a:ext cx="425983" cy="174390"/>
            </a:xfrm>
            <a:custGeom>
              <a:avLst/>
              <a:gdLst/>
              <a:ahLst/>
              <a:cxnLst/>
              <a:rect l="l" t="t" r="r" b="b"/>
              <a:pathLst>
                <a:path w="8718" h="3569" fill="none" extrusionOk="0">
                  <a:moveTo>
                    <a:pt x="0" y="3568"/>
                  </a:moveTo>
                  <a:lnTo>
                    <a:pt x="8718" y="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3" name="Google Shape;2733;p63"/>
            <p:cNvSpPr/>
            <p:nvPr/>
          </p:nvSpPr>
          <p:spPr>
            <a:xfrm>
              <a:off x="2081851" y="551413"/>
              <a:ext cx="367593" cy="279005"/>
            </a:xfrm>
            <a:custGeom>
              <a:avLst/>
              <a:gdLst/>
              <a:ahLst/>
              <a:cxnLst/>
              <a:rect l="l" t="t" r="r" b="b"/>
              <a:pathLst>
                <a:path w="7523" h="5710" fill="none" extrusionOk="0">
                  <a:moveTo>
                    <a:pt x="0" y="5710"/>
                  </a:moveTo>
                  <a:lnTo>
                    <a:pt x="7522" y="1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4" name="Google Shape;2734;p63"/>
            <p:cNvSpPr/>
            <p:nvPr/>
          </p:nvSpPr>
          <p:spPr>
            <a:xfrm>
              <a:off x="2203422" y="584395"/>
              <a:ext cx="281790" cy="363830"/>
            </a:xfrm>
            <a:custGeom>
              <a:avLst/>
              <a:gdLst/>
              <a:ahLst/>
              <a:cxnLst/>
              <a:rect l="l" t="t" r="r" b="b"/>
              <a:pathLst>
                <a:path w="5767" h="7446" fill="none" extrusionOk="0">
                  <a:moveTo>
                    <a:pt x="0" y="7446"/>
                  </a:moveTo>
                  <a:lnTo>
                    <a:pt x="5767" y="1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5" name="Google Shape;2735;p63"/>
            <p:cNvSpPr/>
            <p:nvPr/>
          </p:nvSpPr>
          <p:spPr>
            <a:xfrm>
              <a:off x="2351378" y="607018"/>
              <a:ext cx="178153" cy="424126"/>
            </a:xfrm>
            <a:custGeom>
              <a:avLst/>
              <a:gdLst/>
              <a:ahLst/>
              <a:cxnLst/>
              <a:rect l="l" t="t" r="r" b="b"/>
              <a:pathLst>
                <a:path w="3646" h="8680" fill="none" extrusionOk="0">
                  <a:moveTo>
                    <a:pt x="0" y="8680"/>
                  </a:moveTo>
                  <a:lnTo>
                    <a:pt x="3645" y="1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6" name="Google Shape;2736;p63"/>
            <p:cNvSpPr/>
            <p:nvPr/>
          </p:nvSpPr>
          <p:spPr>
            <a:xfrm>
              <a:off x="2515362" y="616449"/>
              <a:ext cx="62251" cy="457109"/>
            </a:xfrm>
            <a:custGeom>
              <a:avLst/>
              <a:gdLst/>
              <a:ahLst/>
              <a:cxnLst/>
              <a:rect l="l" t="t" r="r" b="b"/>
              <a:pathLst>
                <a:path w="1274" h="9355" fill="none" extrusionOk="0">
                  <a:moveTo>
                    <a:pt x="0" y="9355"/>
                  </a:moveTo>
                  <a:lnTo>
                    <a:pt x="1273" y="1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7" name="Google Shape;2737;p63"/>
            <p:cNvSpPr/>
            <p:nvPr/>
          </p:nvSpPr>
          <p:spPr>
            <a:xfrm>
              <a:off x="2626524" y="614592"/>
              <a:ext cx="58488" cy="457109"/>
            </a:xfrm>
            <a:custGeom>
              <a:avLst/>
              <a:gdLst/>
              <a:ahLst/>
              <a:cxnLst/>
              <a:rect l="l" t="t" r="r" b="b"/>
              <a:pathLst>
                <a:path w="1197" h="9355" fill="none" extrusionOk="0">
                  <a:moveTo>
                    <a:pt x="1197" y="9354"/>
                  </a:moveTo>
                  <a:lnTo>
                    <a:pt x="1" y="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8" name="Google Shape;2738;p63"/>
            <p:cNvSpPr/>
            <p:nvPr/>
          </p:nvSpPr>
          <p:spPr>
            <a:xfrm>
              <a:off x="2673677" y="598565"/>
              <a:ext cx="174390" cy="426961"/>
            </a:xfrm>
            <a:custGeom>
              <a:avLst/>
              <a:gdLst/>
              <a:ahLst/>
              <a:cxnLst/>
              <a:rect l="l" t="t" r="r" b="b"/>
              <a:pathLst>
                <a:path w="3569" h="8738" fill="none" extrusionOk="0">
                  <a:moveTo>
                    <a:pt x="3568" y="8737"/>
                  </a:moveTo>
                  <a:lnTo>
                    <a:pt x="0" y="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9" name="Google Shape;2739;p63"/>
            <p:cNvSpPr/>
            <p:nvPr/>
          </p:nvSpPr>
          <p:spPr>
            <a:xfrm>
              <a:off x="2715113" y="572179"/>
              <a:ext cx="279005" cy="366615"/>
            </a:xfrm>
            <a:custGeom>
              <a:avLst/>
              <a:gdLst/>
              <a:ahLst/>
              <a:cxnLst/>
              <a:rect l="l" t="t" r="r" b="b"/>
              <a:pathLst>
                <a:path w="5710" h="7503" fill="none" extrusionOk="0">
                  <a:moveTo>
                    <a:pt x="5710" y="7503"/>
                  </a:moveTo>
                  <a:lnTo>
                    <a:pt x="1" y="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0" name="Google Shape;2740;p63"/>
            <p:cNvSpPr/>
            <p:nvPr/>
          </p:nvSpPr>
          <p:spPr>
            <a:xfrm>
              <a:off x="2748095" y="535386"/>
              <a:ext cx="364759" cy="281839"/>
            </a:xfrm>
            <a:custGeom>
              <a:avLst/>
              <a:gdLst/>
              <a:ahLst/>
              <a:cxnLst/>
              <a:rect l="l" t="t" r="r" b="b"/>
              <a:pathLst>
                <a:path w="7465" h="5768" fill="none" extrusionOk="0">
                  <a:moveTo>
                    <a:pt x="7465" y="5768"/>
                  </a:moveTo>
                  <a:lnTo>
                    <a:pt x="1" y="1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1" name="Google Shape;2741;p63"/>
            <p:cNvSpPr/>
            <p:nvPr/>
          </p:nvSpPr>
          <p:spPr>
            <a:xfrm>
              <a:off x="2770718" y="491116"/>
              <a:ext cx="424126" cy="179081"/>
            </a:xfrm>
            <a:custGeom>
              <a:avLst/>
              <a:gdLst/>
              <a:ahLst/>
              <a:cxnLst/>
              <a:rect l="l" t="t" r="r" b="b"/>
              <a:pathLst>
                <a:path w="8680" h="3665" fill="none" extrusionOk="0">
                  <a:moveTo>
                    <a:pt x="8680" y="3665"/>
                  </a:moveTo>
                  <a:lnTo>
                    <a:pt x="1" y="1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2" name="Google Shape;2742;p63"/>
            <p:cNvSpPr/>
            <p:nvPr/>
          </p:nvSpPr>
          <p:spPr>
            <a:xfrm>
              <a:off x="2781077" y="443035"/>
              <a:ext cx="456180" cy="62251"/>
            </a:xfrm>
            <a:custGeom>
              <a:avLst/>
              <a:gdLst/>
              <a:ahLst/>
              <a:cxnLst/>
              <a:rect l="l" t="t" r="r" b="b"/>
              <a:pathLst>
                <a:path w="9336" h="1274" fill="none" extrusionOk="0">
                  <a:moveTo>
                    <a:pt x="9336" y="1274"/>
                  </a:moveTo>
                  <a:lnTo>
                    <a:pt x="1" y="1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3" name="Google Shape;2743;p63"/>
            <p:cNvSpPr/>
            <p:nvPr/>
          </p:nvSpPr>
          <p:spPr>
            <a:xfrm>
              <a:off x="2778292" y="335635"/>
              <a:ext cx="457109" cy="58440"/>
            </a:xfrm>
            <a:custGeom>
              <a:avLst/>
              <a:gdLst/>
              <a:ahLst/>
              <a:cxnLst/>
              <a:rect l="l" t="t" r="r" b="b"/>
              <a:pathLst>
                <a:path w="9355" h="1196" fill="none" extrusionOk="0">
                  <a:moveTo>
                    <a:pt x="9354" y="0"/>
                  </a:moveTo>
                  <a:lnTo>
                    <a:pt x="0" y="1196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4" name="Google Shape;2744;p63"/>
            <p:cNvSpPr/>
            <p:nvPr/>
          </p:nvSpPr>
          <p:spPr>
            <a:xfrm>
              <a:off x="2763194" y="172579"/>
              <a:ext cx="426032" cy="174390"/>
            </a:xfrm>
            <a:custGeom>
              <a:avLst/>
              <a:gdLst/>
              <a:ahLst/>
              <a:cxnLst/>
              <a:rect l="l" t="t" r="r" b="b"/>
              <a:pathLst>
                <a:path w="8719" h="3569" fill="none" extrusionOk="0">
                  <a:moveTo>
                    <a:pt x="8718" y="1"/>
                  </a:moveTo>
                  <a:lnTo>
                    <a:pt x="1" y="3569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5" name="Google Shape;2745;p63"/>
            <p:cNvSpPr/>
            <p:nvPr/>
          </p:nvSpPr>
          <p:spPr>
            <a:xfrm>
              <a:off x="2735879" y="27457"/>
              <a:ext cx="366615" cy="278076"/>
            </a:xfrm>
            <a:custGeom>
              <a:avLst/>
              <a:gdLst/>
              <a:ahLst/>
              <a:cxnLst/>
              <a:rect l="l" t="t" r="r" b="b"/>
              <a:pathLst>
                <a:path w="7503" h="5691" fill="none" extrusionOk="0">
                  <a:moveTo>
                    <a:pt x="7503" y="0"/>
                  </a:moveTo>
                  <a:lnTo>
                    <a:pt x="0" y="569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6" name="Google Shape;2746;p63"/>
            <p:cNvSpPr/>
            <p:nvPr/>
          </p:nvSpPr>
          <p:spPr>
            <a:xfrm>
              <a:off x="2699135" y="-91280"/>
              <a:ext cx="282767" cy="364759"/>
            </a:xfrm>
            <a:custGeom>
              <a:avLst/>
              <a:gdLst/>
              <a:ahLst/>
              <a:cxnLst/>
              <a:rect l="l" t="t" r="r" b="b"/>
              <a:pathLst>
                <a:path w="5787" h="7465" fill="none" extrusionOk="0">
                  <a:moveTo>
                    <a:pt x="5786" y="0"/>
                  </a:moveTo>
                  <a:lnTo>
                    <a:pt x="0" y="7464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7" name="Google Shape;2747;p63"/>
            <p:cNvSpPr/>
            <p:nvPr/>
          </p:nvSpPr>
          <p:spPr>
            <a:xfrm>
              <a:off x="2655744" y="-174200"/>
              <a:ext cx="178153" cy="425055"/>
            </a:xfrm>
            <a:custGeom>
              <a:avLst/>
              <a:gdLst/>
              <a:ahLst/>
              <a:cxnLst/>
              <a:rect l="l" t="t" r="r" b="b"/>
              <a:pathLst>
                <a:path w="3646" h="8699" fill="none" extrusionOk="0">
                  <a:moveTo>
                    <a:pt x="3646" y="0"/>
                  </a:moveTo>
                  <a:lnTo>
                    <a:pt x="1" y="8698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748" name="Google Shape;2748;p63"/>
          <p:cNvSpPr/>
          <p:nvPr/>
        </p:nvSpPr>
        <p:spPr>
          <a:xfrm rot="10800000" flipH="1">
            <a:off x="873954" y="2003240"/>
            <a:ext cx="639486" cy="1296623"/>
          </a:xfrm>
          <a:custGeom>
            <a:avLst/>
            <a:gdLst/>
            <a:ahLst/>
            <a:cxnLst/>
            <a:rect l="l" t="t" r="r" b="b"/>
            <a:pathLst>
              <a:path w="16883" h="34232" fill="none" extrusionOk="0">
                <a:moveTo>
                  <a:pt x="16882" y="34232"/>
                </a:moveTo>
                <a:cubicBezTo>
                  <a:pt x="7517" y="34109"/>
                  <a:pt x="1" y="26494"/>
                  <a:pt x="1" y="17129"/>
                </a:cubicBezTo>
                <a:cubicBezTo>
                  <a:pt x="1" y="7764"/>
                  <a:pt x="7517" y="124"/>
                  <a:pt x="16882" y="1"/>
                </a:cubicBezTo>
              </a:path>
            </a:pathLst>
          </a:custGeom>
          <a:noFill/>
          <a:ln w="85025" cap="flat" cmpd="sng">
            <a:solidFill>
              <a:schemeClr val="lt1"/>
            </a:solidFill>
            <a:prstDash val="solid"/>
            <a:miter lim="24644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749" name="Google Shape;2749;p63"/>
          <p:cNvGrpSpPr/>
          <p:nvPr/>
        </p:nvGrpSpPr>
        <p:grpSpPr>
          <a:xfrm flipH="1">
            <a:off x="6977175" y="3697061"/>
            <a:ext cx="793256" cy="182899"/>
            <a:chOff x="2685575" y="2835950"/>
            <a:chExt cx="433000" cy="99825"/>
          </a:xfrm>
        </p:grpSpPr>
        <p:sp>
          <p:nvSpPr>
            <p:cNvPr id="2750" name="Google Shape;2750;p63"/>
            <p:cNvSpPr/>
            <p:nvPr/>
          </p:nvSpPr>
          <p:spPr>
            <a:xfrm>
              <a:off x="3032250" y="2835950"/>
              <a:ext cx="86325" cy="99825"/>
            </a:xfrm>
            <a:custGeom>
              <a:avLst/>
              <a:gdLst/>
              <a:ahLst/>
              <a:cxnLst/>
              <a:rect l="l" t="t" r="r" b="b"/>
              <a:pathLst>
                <a:path w="3453" h="3993" extrusionOk="0">
                  <a:moveTo>
                    <a:pt x="3453" y="0"/>
                  </a:moveTo>
                  <a:lnTo>
                    <a:pt x="0" y="2006"/>
                  </a:lnTo>
                  <a:lnTo>
                    <a:pt x="3453" y="3993"/>
                  </a:lnTo>
                  <a:lnTo>
                    <a:pt x="3453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1" name="Google Shape;2751;p63"/>
            <p:cNvSpPr/>
            <p:nvPr/>
          </p:nvSpPr>
          <p:spPr>
            <a:xfrm>
              <a:off x="2917000" y="2835950"/>
              <a:ext cx="85850" cy="99825"/>
            </a:xfrm>
            <a:custGeom>
              <a:avLst/>
              <a:gdLst/>
              <a:ahLst/>
              <a:cxnLst/>
              <a:rect l="l" t="t" r="r" b="b"/>
              <a:pathLst>
                <a:path w="3434" h="3993" extrusionOk="0">
                  <a:moveTo>
                    <a:pt x="3434" y="0"/>
                  </a:moveTo>
                  <a:lnTo>
                    <a:pt x="1" y="2006"/>
                  </a:lnTo>
                  <a:lnTo>
                    <a:pt x="3434" y="3993"/>
                  </a:lnTo>
                  <a:lnTo>
                    <a:pt x="3434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2" name="Google Shape;2752;p63"/>
            <p:cNvSpPr/>
            <p:nvPr/>
          </p:nvSpPr>
          <p:spPr>
            <a:xfrm>
              <a:off x="2801300" y="2835950"/>
              <a:ext cx="86325" cy="99825"/>
            </a:xfrm>
            <a:custGeom>
              <a:avLst/>
              <a:gdLst/>
              <a:ahLst/>
              <a:cxnLst/>
              <a:rect l="l" t="t" r="r" b="b"/>
              <a:pathLst>
                <a:path w="3453" h="3993" extrusionOk="0">
                  <a:moveTo>
                    <a:pt x="3452" y="0"/>
                  </a:moveTo>
                  <a:lnTo>
                    <a:pt x="0" y="2006"/>
                  </a:lnTo>
                  <a:lnTo>
                    <a:pt x="3452" y="3993"/>
                  </a:lnTo>
                  <a:lnTo>
                    <a:pt x="3452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3" name="Google Shape;2753;p63"/>
            <p:cNvSpPr/>
            <p:nvPr/>
          </p:nvSpPr>
          <p:spPr>
            <a:xfrm>
              <a:off x="2685575" y="2835950"/>
              <a:ext cx="86325" cy="99825"/>
            </a:xfrm>
            <a:custGeom>
              <a:avLst/>
              <a:gdLst/>
              <a:ahLst/>
              <a:cxnLst/>
              <a:rect l="l" t="t" r="r" b="b"/>
              <a:pathLst>
                <a:path w="3453" h="3993" extrusionOk="0">
                  <a:moveTo>
                    <a:pt x="3453" y="0"/>
                  </a:moveTo>
                  <a:lnTo>
                    <a:pt x="0" y="2006"/>
                  </a:lnTo>
                  <a:lnTo>
                    <a:pt x="3453" y="3993"/>
                  </a:lnTo>
                  <a:lnTo>
                    <a:pt x="3453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754" name="Google Shape;2754;p63"/>
          <p:cNvSpPr/>
          <p:nvPr/>
        </p:nvSpPr>
        <p:spPr>
          <a:xfrm>
            <a:off x="7770424" y="4641864"/>
            <a:ext cx="356100" cy="3561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55" name="Google Shape;2755;p63"/>
          <p:cNvSpPr/>
          <p:nvPr/>
        </p:nvSpPr>
        <p:spPr>
          <a:xfrm rot="-5400000">
            <a:off x="7837924" y="4715039"/>
            <a:ext cx="221100" cy="182100"/>
          </a:xfrm>
          <a:prstGeom prst="homePlate">
            <a:avLst>
              <a:gd name="adj" fmla="val 50000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56" name="Google Shape;2756;p63">
            <a:hlinkClick r:id="rId3" action="ppaction://hlinksldjump"/>
          </p:cNvPr>
          <p:cNvSpPr/>
          <p:nvPr/>
        </p:nvSpPr>
        <p:spPr>
          <a:xfrm>
            <a:off x="7770424" y="4641864"/>
            <a:ext cx="356100" cy="356100"/>
          </a:xfrm>
          <a:prstGeom prst="ellipse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57" name="Google Shape;2757;p63">
            <a:hlinkClick r:id="" action="ppaction://hlinkshowjump?jump=previousslide"/>
          </p:cNvPr>
          <p:cNvSpPr/>
          <p:nvPr/>
        </p:nvSpPr>
        <p:spPr>
          <a:xfrm>
            <a:off x="7462717" y="4728472"/>
            <a:ext cx="158147" cy="182899"/>
          </a:xfrm>
          <a:custGeom>
            <a:avLst/>
            <a:gdLst/>
            <a:ahLst/>
            <a:cxnLst/>
            <a:rect l="l" t="t" r="r" b="b"/>
            <a:pathLst>
              <a:path w="3453" h="3993" extrusionOk="0">
                <a:moveTo>
                  <a:pt x="3453" y="0"/>
                </a:moveTo>
                <a:lnTo>
                  <a:pt x="0" y="2006"/>
                </a:lnTo>
                <a:lnTo>
                  <a:pt x="3453" y="3993"/>
                </a:lnTo>
                <a:lnTo>
                  <a:pt x="3453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58" name="Google Shape;2758;p63">
            <a:hlinkClick r:id="" action="ppaction://hlinkshowjump?jump=nextslide"/>
          </p:cNvPr>
          <p:cNvSpPr/>
          <p:nvPr/>
        </p:nvSpPr>
        <p:spPr>
          <a:xfrm flipH="1">
            <a:off x="8276954" y="4728472"/>
            <a:ext cx="157277" cy="182899"/>
          </a:xfrm>
          <a:custGeom>
            <a:avLst/>
            <a:gdLst/>
            <a:ahLst/>
            <a:cxnLst/>
            <a:rect l="l" t="t" r="r" b="b"/>
            <a:pathLst>
              <a:path w="3434" h="3993" extrusionOk="0">
                <a:moveTo>
                  <a:pt x="3434" y="0"/>
                </a:moveTo>
                <a:lnTo>
                  <a:pt x="1" y="2006"/>
                </a:lnTo>
                <a:lnTo>
                  <a:pt x="3434" y="3993"/>
                </a:lnTo>
                <a:lnTo>
                  <a:pt x="3434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59" name="Google Shape;2759;p63"/>
          <p:cNvSpPr txBox="1">
            <a:spLocks noGrp="1"/>
          </p:cNvSpPr>
          <p:nvPr>
            <p:ph type="subTitle" idx="1"/>
          </p:nvPr>
        </p:nvSpPr>
        <p:spPr>
          <a:xfrm>
            <a:off x="1641422" y="1970946"/>
            <a:ext cx="5493900" cy="94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en-US" dirty="0"/>
              <a:t>Importance of capturing user </a:t>
            </a:r>
            <a:r>
              <a:rPr lang="en-US" dirty="0" smtClean="0"/>
              <a:t>click</a:t>
            </a:r>
            <a:r>
              <a:rPr lang="en-US" dirty="0" smtClean="0"/>
              <a:t> </a:t>
            </a:r>
            <a:r>
              <a:rPr lang="en-US" dirty="0" smtClean="0"/>
              <a:t>history</a:t>
            </a:r>
            <a:endParaRPr lang="en-US" dirty="0"/>
          </a:p>
          <a:p>
            <a:pPr algn="l">
              <a:buFont typeface="Arial" panose="020B0604020202020204" pitchFamily="34" charset="0"/>
              <a:buChar char="•"/>
            </a:pPr>
            <a:r>
              <a:rPr lang="en-US" dirty="0"/>
              <a:t>Integration of </a:t>
            </a:r>
            <a:r>
              <a:rPr lang="en-US" dirty="0" smtClean="0"/>
              <a:t>click</a:t>
            </a:r>
            <a:r>
              <a:rPr lang="en-US" dirty="0" smtClean="0"/>
              <a:t> </a:t>
            </a:r>
            <a:r>
              <a:rPr lang="en-US" dirty="0"/>
              <a:t>history data into recommendation </a:t>
            </a:r>
            <a:r>
              <a:rPr lang="en-US" dirty="0" smtClean="0"/>
              <a:t>algorithms</a:t>
            </a:r>
            <a:endParaRPr lang="en-US" dirty="0"/>
          </a:p>
          <a:p>
            <a:pPr marL="0" lvl="0" indent="0" algn="l">
              <a:spcAft>
                <a:spcPts val="1200"/>
              </a:spcAft>
            </a:pPr>
            <a:endParaRPr lang="en-US" b="1" u="sng" dirty="0" smtClean="0"/>
          </a:p>
          <a:p>
            <a:pPr marL="0" lvl="0" indent="0">
              <a:spcAft>
                <a:spcPts val="1200"/>
              </a:spcAft>
            </a:pPr>
            <a:endParaRPr dirty="0"/>
          </a:p>
        </p:txBody>
      </p:sp>
      <p:sp>
        <p:nvSpPr>
          <p:cNvPr id="64" name="Google Shape;2759;p63"/>
          <p:cNvSpPr txBox="1">
            <a:spLocks/>
          </p:cNvSpPr>
          <p:nvPr/>
        </p:nvSpPr>
        <p:spPr>
          <a:xfrm>
            <a:off x="2019982" y="3697061"/>
            <a:ext cx="5493900" cy="94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Bai Jamjuree"/>
              <a:buNone/>
              <a:defRPr sz="1400" b="0" i="0" u="none" strike="noStrike" cap="none">
                <a:solidFill>
                  <a:schemeClr val="lt1"/>
                </a:solidFill>
                <a:latin typeface="Bai Jamjuree"/>
                <a:ea typeface="Bai Jamjuree"/>
                <a:cs typeface="Bai Jamjuree"/>
                <a:sym typeface="Bai Jamjuree"/>
              </a:defRPr>
            </a:lvl1pPr>
            <a:lvl2pPr marL="914400" marR="0" lvl="1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Bai Jamjuree"/>
              <a:buNone/>
              <a:defRPr sz="1400" b="0" i="0" u="none" strike="noStrike" cap="none">
                <a:solidFill>
                  <a:schemeClr val="lt1"/>
                </a:solidFill>
                <a:latin typeface="Bai Jamjuree"/>
                <a:ea typeface="Bai Jamjuree"/>
                <a:cs typeface="Bai Jamjuree"/>
                <a:sym typeface="Bai Jamjuree"/>
              </a:defRPr>
            </a:lvl2pPr>
            <a:lvl3pPr marL="1371600" marR="0" lvl="2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Bai Jamjuree"/>
              <a:buNone/>
              <a:defRPr sz="1400" b="0" i="0" u="none" strike="noStrike" cap="none">
                <a:solidFill>
                  <a:schemeClr val="lt1"/>
                </a:solidFill>
                <a:latin typeface="Bai Jamjuree"/>
                <a:ea typeface="Bai Jamjuree"/>
                <a:cs typeface="Bai Jamjuree"/>
                <a:sym typeface="Bai Jamjuree"/>
              </a:defRPr>
            </a:lvl3pPr>
            <a:lvl4pPr marL="1828800" marR="0" lvl="3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Bai Jamjuree"/>
              <a:buNone/>
              <a:defRPr sz="1400" b="0" i="0" u="none" strike="noStrike" cap="none">
                <a:solidFill>
                  <a:schemeClr val="lt1"/>
                </a:solidFill>
                <a:latin typeface="Bai Jamjuree"/>
                <a:ea typeface="Bai Jamjuree"/>
                <a:cs typeface="Bai Jamjuree"/>
                <a:sym typeface="Bai Jamjuree"/>
              </a:defRPr>
            </a:lvl4pPr>
            <a:lvl5pPr marL="2286000" marR="0" lvl="4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Bai Jamjuree"/>
              <a:buNone/>
              <a:defRPr sz="1400" b="0" i="0" u="none" strike="noStrike" cap="none">
                <a:solidFill>
                  <a:schemeClr val="lt1"/>
                </a:solidFill>
                <a:latin typeface="Bai Jamjuree"/>
                <a:ea typeface="Bai Jamjuree"/>
                <a:cs typeface="Bai Jamjuree"/>
                <a:sym typeface="Bai Jamjuree"/>
              </a:defRPr>
            </a:lvl5pPr>
            <a:lvl6pPr marL="2743200" marR="0" lvl="5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Bai Jamjuree"/>
              <a:buNone/>
              <a:defRPr sz="1400" b="0" i="0" u="none" strike="noStrike" cap="none">
                <a:solidFill>
                  <a:schemeClr val="lt1"/>
                </a:solidFill>
                <a:latin typeface="Bai Jamjuree"/>
                <a:ea typeface="Bai Jamjuree"/>
                <a:cs typeface="Bai Jamjuree"/>
                <a:sym typeface="Bai Jamjuree"/>
              </a:defRPr>
            </a:lvl6pPr>
            <a:lvl7pPr marL="3200400" marR="0" lvl="6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Bai Jamjuree"/>
              <a:buNone/>
              <a:defRPr sz="1400" b="0" i="0" u="none" strike="noStrike" cap="none">
                <a:solidFill>
                  <a:schemeClr val="lt1"/>
                </a:solidFill>
                <a:latin typeface="Bai Jamjuree"/>
                <a:ea typeface="Bai Jamjuree"/>
                <a:cs typeface="Bai Jamjuree"/>
                <a:sym typeface="Bai Jamjuree"/>
              </a:defRPr>
            </a:lvl7pPr>
            <a:lvl8pPr marL="3657600" marR="0" lvl="7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Bai Jamjuree"/>
              <a:buNone/>
              <a:defRPr sz="1400" b="0" i="0" u="none" strike="noStrike" cap="none">
                <a:solidFill>
                  <a:schemeClr val="lt1"/>
                </a:solidFill>
                <a:latin typeface="Bai Jamjuree"/>
                <a:ea typeface="Bai Jamjuree"/>
                <a:cs typeface="Bai Jamjuree"/>
                <a:sym typeface="Bai Jamjuree"/>
              </a:defRPr>
            </a:lvl8pPr>
            <a:lvl9pPr marL="4114800" marR="0" lvl="8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Bai Jamjuree"/>
              <a:buNone/>
              <a:defRPr sz="1400" b="0" i="0" u="none" strike="noStrike" cap="none">
                <a:solidFill>
                  <a:schemeClr val="lt1"/>
                </a:solidFill>
                <a:latin typeface="Bai Jamjuree"/>
                <a:ea typeface="Bai Jamjuree"/>
                <a:cs typeface="Bai Jamjuree"/>
                <a:sym typeface="Bai Jamjuree"/>
              </a:defRPr>
            </a:lvl9pPr>
          </a:lstStyle>
          <a:p>
            <a:pPr marL="139700" indent="0" algn="l"/>
            <a:endParaRPr lang="en-US" sz="1600" dirty="0" smtClean="0"/>
          </a:p>
          <a:p>
            <a:pPr marL="0" indent="0" algn="l">
              <a:spcAft>
                <a:spcPts val="1200"/>
              </a:spcAft>
            </a:pPr>
            <a:endParaRPr lang="en-US" b="1" u="sng" dirty="0" smtClean="0"/>
          </a:p>
          <a:p>
            <a:pPr marL="0" indent="0" algn="l">
              <a:spcAft>
                <a:spcPts val="1200"/>
              </a:spcAft>
            </a:pPr>
            <a:endParaRPr lang="en-US" b="1" u="sng" dirty="0" smtClean="0"/>
          </a:p>
          <a:p>
            <a:pPr marL="0" indent="0">
              <a:spcAft>
                <a:spcPts val="1200"/>
              </a:spcAft>
            </a:pPr>
            <a:endParaRPr lang="en-US" dirty="0"/>
          </a:p>
        </p:txBody>
      </p:sp>
      <p:pic>
        <p:nvPicPr>
          <p:cNvPr id="3" name="Picture 2" descr="Analyzing user survey data using Text Mining techniques for a Startup ...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09391" y="2742682"/>
            <a:ext cx="1684564" cy="12634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96569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/>
                                        <p:tgtEl>
                                          <p:spTgt spid="26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-21600000">
                                      <p:cBhvr>
                                        <p:cTn id="9" dur="1000" fill="hold"/>
                                        <p:tgtEl>
                                          <p:spTgt spid="269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0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-21600000">
                                      <p:cBhvr>
                                        <p:cTn id="11" dur="1000" fill="hold"/>
                                        <p:tgtEl>
                                          <p:spTgt spid="274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2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1000"/>
                                        <p:tgtEl>
                                          <p:spTgt spid="27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27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27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27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27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27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27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File:AWS Simple Icons AWS Cloud.svg - Wikimedia Commons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7715" y="969366"/>
            <a:ext cx="2283629" cy="1413887"/>
          </a:xfrm>
          <a:prstGeom prst="rect">
            <a:avLst/>
          </a:prstGeom>
        </p:spPr>
      </p:pic>
      <p:sp>
        <p:nvSpPr>
          <p:cNvPr id="2995" name="Google Shape;2995;p70"/>
          <p:cNvSpPr txBox="1">
            <a:spLocks noGrp="1"/>
          </p:cNvSpPr>
          <p:nvPr>
            <p:ph type="title"/>
          </p:nvPr>
        </p:nvSpPr>
        <p:spPr>
          <a:xfrm>
            <a:off x="4550228" y="1838875"/>
            <a:ext cx="4201885" cy="371700"/>
          </a:xfrm>
          <a:prstGeom prst="rect">
            <a:avLst/>
          </a:prstGeom>
        </p:spPr>
        <p:txBody>
          <a:bodyPr spcFirstLastPara="1" wrap="square" lIns="91425" tIns="0" rIns="155425" bIns="91425" anchor="t" anchorCtr="0">
            <a:noAutofit/>
          </a:bodyPr>
          <a:lstStyle/>
          <a:p>
            <a:pPr lvl="0"/>
            <a:r>
              <a:rPr lang="en-US" b="1" dirty="0"/>
              <a:t>Tools and Technology</a:t>
            </a:r>
            <a:endParaRPr dirty="0"/>
          </a:p>
        </p:txBody>
      </p:sp>
      <p:sp>
        <p:nvSpPr>
          <p:cNvPr id="2996" name="Google Shape;2996;p70"/>
          <p:cNvSpPr txBox="1">
            <a:spLocks noGrp="1"/>
          </p:cNvSpPr>
          <p:nvPr>
            <p:ph type="subTitle" idx="1"/>
          </p:nvPr>
        </p:nvSpPr>
        <p:spPr>
          <a:xfrm>
            <a:off x="4963950" y="2332050"/>
            <a:ext cx="3396300" cy="1181400"/>
          </a:xfrm>
          <a:prstGeom prst="rect">
            <a:avLst/>
          </a:prstGeom>
        </p:spPr>
        <p:txBody>
          <a:bodyPr spcFirstLastPara="1" wrap="square" lIns="91425" tIns="91425" rIns="155425" bIns="91425" anchor="t" anchorCtr="0">
            <a:noAutofit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en-US" dirty="0"/>
              <a:t>MERN stack (MongoDB, Express.js, React, Node.js).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dirty="0"/>
              <a:t>Machine learning libraries (</a:t>
            </a:r>
            <a:r>
              <a:rPr lang="en-US" dirty="0" err="1"/>
              <a:t>scikit</a:t>
            </a:r>
            <a:r>
              <a:rPr lang="en-US" dirty="0"/>
              <a:t>-learn, </a:t>
            </a:r>
            <a:r>
              <a:rPr lang="en-US" dirty="0" err="1"/>
              <a:t>TensorFlow</a:t>
            </a:r>
            <a:r>
              <a:rPr lang="en-US" dirty="0"/>
              <a:t>).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dirty="0"/>
              <a:t>Microsoft News Dataset (MIND).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dirty="0"/>
              <a:t>Cloud hosting platform (AWS).</a:t>
            </a: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998" name="Google Shape;2998;p70"/>
          <p:cNvSpPr/>
          <p:nvPr/>
        </p:nvSpPr>
        <p:spPr>
          <a:xfrm>
            <a:off x="7770424" y="4641864"/>
            <a:ext cx="356100" cy="3561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99" name="Google Shape;2999;p70"/>
          <p:cNvSpPr/>
          <p:nvPr/>
        </p:nvSpPr>
        <p:spPr>
          <a:xfrm rot="-5400000">
            <a:off x="7837924" y="4715039"/>
            <a:ext cx="221100" cy="182100"/>
          </a:xfrm>
          <a:prstGeom prst="homePlate">
            <a:avLst>
              <a:gd name="adj" fmla="val 50000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00" name="Google Shape;3000;p70">
            <a:hlinkClick r:id="rId4" action="ppaction://hlinksldjump"/>
          </p:cNvPr>
          <p:cNvSpPr/>
          <p:nvPr/>
        </p:nvSpPr>
        <p:spPr>
          <a:xfrm>
            <a:off x="7770424" y="4641864"/>
            <a:ext cx="356100" cy="356100"/>
          </a:xfrm>
          <a:prstGeom prst="ellipse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01" name="Google Shape;3001;p70">
            <a:hlinkClick r:id="" action="ppaction://hlinkshowjump?jump=previousslide"/>
          </p:cNvPr>
          <p:cNvSpPr/>
          <p:nvPr/>
        </p:nvSpPr>
        <p:spPr>
          <a:xfrm>
            <a:off x="7462717" y="4728472"/>
            <a:ext cx="158147" cy="182899"/>
          </a:xfrm>
          <a:custGeom>
            <a:avLst/>
            <a:gdLst/>
            <a:ahLst/>
            <a:cxnLst/>
            <a:rect l="l" t="t" r="r" b="b"/>
            <a:pathLst>
              <a:path w="3453" h="3993" extrusionOk="0">
                <a:moveTo>
                  <a:pt x="3453" y="0"/>
                </a:moveTo>
                <a:lnTo>
                  <a:pt x="0" y="2006"/>
                </a:lnTo>
                <a:lnTo>
                  <a:pt x="3453" y="3993"/>
                </a:lnTo>
                <a:lnTo>
                  <a:pt x="3453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02" name="Google Shape;3002;p70">
            <a:hlinkClick r:id="" action="ppaction://hlinkshowjump?jump=nextslide"/>
          </p:cNvPr>
          <p:cNvSpPr/>
          <p:nvPr/>
        </p:nvSpPr>
        <p:spPr>
          <a:xfrm flipH="1">
            <a:off x="8276954" y="4728472"/>
            <a:ext cx="157277" cy="182899"/>
          </a:xfrm>
          <a:custGeom>
            <a:avLst/>
            <a:gdLst/>
            <a:ahLst/>
            <a:cxnLst/>
            <a:rect l="l" t="t" r="r" b="b"/>
            <a:pathLst>
              <a:path w="3434" h="3993" extrusionOk="0">
                <a:moveTo>
                  <a:pt x="3434" y="0"/>
                </a:moveTo>
                <a:lnTo>
                  <a:pt x="1" y="2006"/>
                </a:lnTo>
                <a:lnTo>
                  <a:pt x="3434" y="3993"/>
                </a:lnTo>
                <a:lnTo>
                  <a:pt x="3434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" name="Picture 1" descr="MongoDB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77653" y="3237209"/>
            <a:ext cx="2386297" cy="795432"/>
          </a:xfrm>
          <a:prstGeom prst="rect">
            <a:avLst/>
          </a:prstGeom>
        </p:spPr>
      </p:pic>
      <p:pic>
        <p:nvPicPr>
          <p:cNvPr id="3" name="Picture 2" descr="File:Expressjs.png - Wikimedia Commons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69248" y="2432755"/>
            <a:ext cx="1920266" cy="582274"/>
          </a:xfrm>
          <a:prstGeom prst="rect">
            <a:avLst/>
          </a:prstGeom>
        </p:spPr>
      </p:pic>
      <p:pic>
        <p:nvPicPr>
          <p:cNvPr id="4" name="Picture 3" descr="1366x768px | free download | HD wallpaper: Facebook logo, social media ...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1408" y="3389609"/>
            <a:ext cx="1836245" cy="1033096"/>
          </a:xfrm>
          <a:prstGeom prst="rect">
            <a:avLst/>
          </a:prstGeom>
        </p:spPr>
      </p:pic>
      <p:pic>
        <p:nvPicPr>
          <p:cNvPr id="5" name="Picture 4" descr="Node.js - Simple English Wikipedia, the free encyclopedia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01851" y="523076"/>
            <a:ext cx="2509699" cy="1535099"/>
          </a:xfrm>
          <a:prstGeom prst="rect">
            <a:avLst/>
          </a:prstGeom>
        </p:spPr>
      </p:pic>
      <p:pic>
        <p:nvPicPr>
          <p:cNvPr id="6" name="Picture 5" descr="Machine Learning Free Stock Photo - Public Domain Pictures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41522" y="4136994"/>
            <a:ext cx="1430355" cy="92228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/>
                                        <p:tgtEl>
                                          <p:spTgt spid="299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29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30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29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29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30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30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0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0606"/>
        </a:solidFill>
        <a:effectLst/>
      </p:bgPr>
    </p:bg>
    <p:spTree>
      <p:nvGrpSpPr>
        <p:cNvPr id="1" name="Shape 26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6" name="Google Shape;2686;p62"/>
          <p:cNvSpPr txBox="1">
            <a:spLocks noGrp="1"/>
          </p:cNvSpPr>
          <p:nvPr>
            <p:ph type="title"/>
          </p:nvPr>
        </p:nvSpPr>
        <p:spPr>
          <a:xfrm>
            <a:off x="803350" y="1543699"/>
            <a:ext cx="7323174" cy="6321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/>
          <a:p>
            <a:pPr lvl="0"/>
            <a:r>
              <a:rPr lang="en-US" b="1" dirty="0" smtClean="0"/>
              <a:t>Solution Application Area</a:t>
            </a:r>
            <a:endParaRPr dirty="0"/>
          </a:p>
        </p:txBody>
      </p:sp>
      <p:sp>
        <p:nvSpPr>
          <p:cNvPr id="2687" name="Google Shape;2687;p62"/>
          <p:cNvSpPr txBox="1">
            <a:spLocks noGrp="1"/>
          </p:cNvSpPr>
          <p:nvPr>
            <p:ph type="subTitle" idx="1"/>
          </p:nvPr>
        </p:nvSpPr>
        <p:spPr>
          <a:xfrm>
            <a:off x="549759" y="2217998"/>
            <a:ext cx="4274489" cy="133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39700" indent="0">
              <a:buSzPts val="1400"/>
            </a:pPr>
            <a:r>
              <a:rPr lang="en-US" sz="1600" b="1" dirty="0" smtClean="0">
                <a:solidFill>
                  <a:srgbClr val="FFC000"/>
                </a:solidFill>
              </a:rPr>
              <a:t>Benefits for News Consumer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 smtClean="0"/>
              <a:t>Personalized news recommendations tailored to individual interests.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 smtClean="0"/>
              <a:t>Enhanced </a:t>
            </a:r>
            <a:r>
              <a:rPr lang="en-US" dirty="0"/>
              <a:t>news consumption experience with relevant content.</a:t>
            </a:r>
          </a:p>
        </p:txBody>
      </p:sp>
      <p:sp>
        <p:nvSpPr>
          <p:cNvPr id="2689" name="Google Shape;2689;p62"/>
          <p:cNvSpPr/>
          <p:nvPr/>
        </p:nvSpPr>
        <p:spPr>
          <a:xfrm>
            <a:off x="7770424" y="4641864"/>
            <a:ext cx="356100" cy="3561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90" name="Google Shape;2690;p62"/>
          <p:cNvSpPr/>
          <p:nvPr/>
        </p:nvSpPr>
        <p:spPr>
          <a:xfrm rot="-5400000">
            <a:off x="7837924" y="4715039"/>
            <a:ext cx="221100" cy="182100"/>
          </a:xfrm>
          <a:prstGeom prst="homePlate">
            <a:avLst>
              <a:gd name="adj" fmla="val 50000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91" name="Google Shape;2691;p62">
            <a:hlinkClick r:id="rId3" action="ppaction://hlinksldjump"/>
          </p:cNvPr>
          <p:cNvSpPr/>
          <p:nvPr/>
        </p:nvSpPr>
        <p:spPr>
          <a:xfrm>
            <a:off x="7770424" y="4641864"/>
            <a:ext cx="356100" cy="356100"/>
          </a:xfrm>
          <a:prstGeom prst="ellipse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92" name="Google Shape;2692;p62">
            <a:hlinkClick r:id="" action="ppaction://hlinkshowjump?jump=previousslide"/>
          </p:cNvPr>
          <p:cNvSpPr/>
          <p:nvPr/>
        </p:nvSpPr>
        <p:spPr>
          <a:xfrm>
            <a:off x="7462717" y="4728472"/>
            <a:ext cx="158147" cy="182899"/>
          </a:xfrm>
          <a:custGeom>
            <a:avLst/>
            <a:gdLst/>
            <a:ahLst/>
            <a:cxnLst/>
            <a:rect l="l" t="t" r="r" b="b"/>
            <a:pathLst>
              <a:path w="3453" h="3993" extrusionOk="0">
                <a:moveTo>
                  <a:pt x="3453" y="0"/>
                </a:moveTo>
                <a:lnTo>
                  <a:pt x="0" y="2006"/>
                </a:lnTo>
                <a:lnTo>
                  <a:pt x="3453" y="3993"/>
                </a:lnTo>
                <a:lnTo>
                  <a:pt x="3453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93" name="Google Shape;2693;p62">
            <a:hlinkClick r:id="" action="ppaction://hlinkshowjump?jump=nextslide"/>
          </p:cNvPr>
          <p:cNvSpPr/>
          <p:nvPr/>
        </p:nvSpPr>
        <p:spPr>
          <a:xfrm flipH="1">
            <a:off x="8276954" y="4728472"/>
            <a:ext cx="157277" cy="182899"/>
          </a:xfrm>
          <a:custGeom>
            <a:avLst/>
            <a:gdLst/>
            <a:ahLst/>
            <a:cxnLst/>
            <a:rect l="l" t="t" r="r" b="b"/>
            <a:pathLst>
              <a:path w="3434" h="3993" extrusionOk="0">
                <a:moveTo>
                  <a:pt x="3434" y="0"/>
                </a:moveTo>
                <a:lnTo>
                  <a:pt x="1" y="2006"/>
                </a:lnTo>
                <a:lnTo>
                  <a:pt x="3434" y="3993"/>
                </a:lnTo>
                <a:lnTo>
                  <a:pt x="3434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" name="Google Shape;2615;p60"/>
          <p:cNvSpPr/>
          <p:nvPr/>
        </p:nvSpPr>
        <p:spPr>
          <a:xfrm>
            <a:off x="2204201" y="353817"/>
            <a:ext cx="555517" cy="554294"/>
          </a:xfrm>
          <a:custGeom>
            <a:avLst/>
            <a:gdLst/>
            <a:ahLst/>
            <a:cxnLst/>
            <a:rect l="l" t="t" r="r" b="b"/>
            <a:pathLst>
              <a:path w="11362" h="11337" extrusionOk="0">
                <a:moveTo>
                  <a:pt x="11362" y="5668"/>
                </a:moveTo>
                <a:cubicBezTo>
                  <a:pt x="11362" y="8798"/>
                  <a:pt x="8823" y="11337"/>
                  <a:pt x="5669" y="11337"/>
                </a:cubicBezTo>
                <a:cubicBezTo>
                  <a:pt x="2539" y="11337"/>
                  <a:pt x="1" y="8798"/>
                  <a:pt x="1" y="5668"/>
                </a:cubicBezTo>
                <a:cubicBezTo>
                  <a:pt x="1" y="2539"/>
                  <a:pt x="2539" y="0"/>
                  <a:pt x="5669" y="0"/>
                </a:cubicBezTo>
                <a:cubicBezTo>
                  <a:pt x="8823" y="0"/>
                  <a:pt x="11362" y="2539"/>
                  <a:pt x="11362" y="5668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" name="Google Shape;2622;p60"/>
          <p:cNvSpPr txBox="1">
            <a:spLocks/>
          </p:cNvSpPr>
          <p:nvPr/>
        </p:nvSpPr>
        <p:spPr>
          <a:xfrm>
            <a:off x="1004129" y="630964"/>
            <a:ext cx="821700" cy="554400"/>
          </a:xfrm>
          <a:prstGeom prst="rect">
            <a:avLst/>
          </a:prstGeom>
        </p:spPr>
        <p:txBody>
          <a:bodyPr spcFirstLastPara="1" wrap="square" lIns="91425" tIns="18287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" smtClean="0">
                <a:solidFill>
                  <a:schemeClr val="dk1"/>
                </a:solidFill>
              </a:rPr>
              <a:t>07</a:t>
            </a:r>
            <a:endParaRPr lang="en" dirty="0">
              <a:solidFill>
                <a:schemeClr val="dk1"/>
              </a:solidFill>
            </a:endParaRPr>
          </a:p>
        </p:txBody>
      </p:sp>
      <p:sp>
        <p:nvSpPr>
          <p:cNvPr id="14" name="Google Shape;2687;p62"/>
          <p:cNvSpPr txBox="1">
            <a:spLocks/>
          </p:cNvSpPr>
          <p:nvPr/>
        </p:nvSpPr>
        <p:spPr>
          <a:xfrm>
            <a:off x="4328228" y="2217998"/>
            <a:ext cx="4274489" cy="133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Bai Jamjuree"/>
              <a:buNone/>
              <a:defRPr sz="1700" b="0" i="0" u="none" strike="noStrike" cap="none">
                <a:solidFill>
                  <a:schemeClr val="lt1"/>
                </a:solidFill>
                <a:latin typeface="Bai Jamjuree"/>
                <a:ea typeface="Bai Jamjuree"/>
                <a:cs typeface="Bai Jamjuree"/>
                <a:sym typeface="Bai Jamjuree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Bai Jamjuree"/>
              <a:buNone/>
              <a:defRPr sz="2100" b="0" i="0" u="none" strike="noStrike" cap="none">
                <a:solidFill>
                  <a:schemeClr val="lt1"/>
                </a:solidFill>
                <a:latin typeface="Bai Jamjuree"/>
                <a:ea typeface="Bai Jamjuree"/>
                <a:cs typeface="Bai Jamjuree"/>
                <a:sym typeface="Bai Jamjuree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Bai Jamjuree"/>
              <a:buNone/>
              <a:defRPr sz="2100" b="0" i="0" u="none" strike="noStrike" cap="none">
                <a:solidFill>
                  <a:schemeClr val="lt1"/>
                </a:solidFill>
                <a:latin typeface="Bai Jamjuree"/>
                <a:ea typeface="Bai Jamjuree"/>
                <a:cs typeface="Bai Jamjuree"/>
                <a:sym typeface="Bai Jamjuree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Bai Jamjuree"/>
              <a:buNone/>
              <a:defRPr sz="2100" b="0" i="0" u="none" strike="noStrike" cap="none">
                <a:solidFill>
                  <a:schemeClr val="lt1"/>
                </a:solidFill>
                <a:latin typeface="Bai Jamjuree"/>
                <a:ea typeface="Bai Jamjuree"/>
                <a:cs typeface="Bai Jamjuree"/>
                <a:sym typeface="Bai Jamjuree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Bai Jamjuree"/>
              <a:buNone/>
              <a:defRPr sz="2100" b="0" i="0" u="none" strike="noStrike" cap="none">
                <a:solidFill>
                  <a:schemeClr val="lt1"/>
                </a:solidFill>
                <a:latin typeface="Bai Jamjuree"/>
                <a:ea typeface="Bai Jamjuree"/>
                <a:cs typeface="Bai Jamjuree"/>
                <a:sym typeface="Bai Jamjuree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Bai Jamjuree"/>
              <a:buNone/>
              <a:defRPr sz="2100" b="0" i="0" u="none" strike="noStrike" cap="none">
                <a:solidFill>
                  <a:schemeClr val="lt1"/>
                </a:solidFill>
                <a:latin typeface="Bai Jamjuree"/>
                <a:ea typeface="Bai Jamjuree"/>
                <a:cs typeface="Bai Jamjuree"/>
                <a:sym typeface="Bai Jamjuree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Bai Jamjuree"/>
              <a:buNone/>
              <a:defRPr sz="2100" b="0" i="0" u="none" strike="noStrike" cap="none">
                <a:solidFill>
                  <a:schemeClr val="lt1"/>
                </a:solidFill>
                <a:latin typeface="Bai Jamjuree"/>
                <a:ea typeface="Bai Jamjuree"/>
                <a:cs typeface="Bai Jamjuree"/>
                <a:sym typeface="Bai Jamjuree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Bai Jamjuree"/>
              <a:buNone/>
              <a:defRPr sz="2100" b="0" i="0" u="none" strike="noStrike" cap="none">
                <a:solidFill>
                  <a:schemeClr val="lt1"/>
                </a:solidFill>
                <a:latin typeface="Bai Jamjuree"/>
                <a:ea typeface="Bai Jamjuree"/>
                <a:cs typeface="Bai Jamjuree"/>
                <a:sym typeface="Bai Jamjuree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Bai Jamjuree"/>
              <a:buNone/>
              <a:defRPr sz="2100" b="0" i="0" u="none" strike="noStrike" cap="none">
                <a:solidFill>
                  <a:schemeClr val="lt1"/>
                </a:solidFill>
                <a:latin typeface="Bai Jamjuree"/>
                <a:ea typeface="Bai Jamjuree"/>
                <a:cs typeface="Bai Jamjuree"/>
                <a:sym typeface="Bai Jamjuree"/>
              </a:defRPr>
            </a:lvl9pPr>
          </a:lstStyle>
          <a:p>
            <a:pPr marL="139700" indent="0">
              <a:buSzPts val="1400"/>
            </a:pPr>
            <a:r>
              <a:rPr lang="en-US" sz="1600" b="1" dirty="0">
                <a:solidFill>
                  <a:srgbClr val="FFC000"/>
                </a:solidFill>
              </a:rPr>
              <a:t>Benefits for Industries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Increased user engagement and retention for media and journalism.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Higher ad revenue potential for content publishing platforms.</a:t>
            </a:r>
          </a:p>
        </p:txBody>
      </p:sp>
    </p:spTree>
    <p:extLst>
      <p:ext uri="{BB962C8B-B14F-4D97-AF65-F5344CB8AC3E}">
        <p14:creationId xmlns:p14="http://schemas.microsoft.com/office/powerpoint/2010/main" val="37547704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/>
                                        <p:tgtEl>
                                          <p:spTgt spid="268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26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26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26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26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26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26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10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10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4" name="Google Shape;2764;p64"/>
          <p:cNvSpPr txBox="1">
            <a:spLocks noGrp="1"/>
          </p:cNvSpPr>
          <p:nvPr>
            <p:ph type="title"/>
          </p:nvPr>
        </p:nvSpPr>
        <p:spPr>
          <a:xfrm>
            <a:off x="1467300" y="2623376"/>
            <a:ext cx="6209400" cy="841800"/>
          </a:xfrm>
          <a:prstGeom prst="rect">
            <a:avLst/>
          </a:prstGeom>
        </p:spPr>
        <p:txBody>
          <a:bodyPr spcFirstLastPara="1" wrap="square" lIns="91425" tIns="0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500" dirty="0" smtClean="0">
                <a:solidFill>
                  <a:schemeClr val="dk2"/>
                </a:solidFill>
              </a:rPr>
              <a:t>Questions?</a:t>
            </a:r>
            <a:r>
              <a:rPr lang="en" sz="6000" dirty="0" smtClean="0"/>
              <a:t> </a:t>
            </a:r>
            <a:endParaRPr sz="6000" dirty="0"/>
          </a:p>
        </p:txBody>
      </p:sp>
      <p:sp>
        <p:nvSpPr>
          <p:cNvPr id="2765" name="Google Shape;2765;p64"/>
          <p:cNvSpPr txBox="1">
            <a:spLocks noGrp="1"/>
          </p:cNvSpPr>
          <p:nvPr>
            <p:ph type="title" idx="2"/>
          </p:nvPr>
        </p:nvSpPr>
        <p:spPr>
          <a:xfrm>
            <a:off x="2838195" y="1668232"/>
            <a:ext cx="3647400" cy="15999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 dirty="0" smtClean="0"/>
              <a:t>Thank You</a:t>
            </a:r>
            <a:endParaRPr dirty="0"/>
          </a:p>
        </p:txBody>
      </p:sp>
      <p:grpSp>
        <p:nvGrpSpPr>
          <p:cNvPr id="2767" name="Google Shape;2767;p64"/>
          <p:cNvGrpSpPr/>
          <p:nvPr/>
        </p:nvGrpSpPr>
        <p:grpSpPr>
          <a:xfrm flipH="1">
            <a:off x="2124013" y="1936921"/>
            <a:ext cx="793256" cy="182899"/>
            <a:chOff x="2685575" y="2835950"/>
            <a:chExt cx="433000" cy="99825"/>
          </a:xfrm>
        </p:grpSpPr>
        <p:sp>
          <p:nvSpPr>
            <p:cNvPr id="2768" name="Google Shape;2768;p64"/>
            <p:cNvSpPr/>
            <p:nvPr/>
          </p:nvSpPr>
          <p:spPr>
            <a:xfrm>
              <a:off x="3032250" y="2835950"/>
              <a:ext cx="86325" cy="99825"/>
            </a:xfrm>
            <a:custGeom>
              <a:avLst/>
              <a:gdLst/>
              <a:ahLst/>
              <a:cxnLst/>
              <a:rect l="l" t="t" r="r" b="b"/>
              <a:pathLst>
                <a:path w="3453" h="3993" extrusionOk="0">
                  <a:moveTo>
                    <a:pt x="3453" y="0"/>
                  </a:moveTo>
                  <a:lnTo>
                    <a:pt x="0" y="2006"/>
                  </a:lnTo>
                  <a:lnTo>
                    <a:pt x="3453" y="3993"/>
                  </a:lnTo>
                  <a:lnTo>
                    <a:pt x="3453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9" name="Google Shape;2769;p64"/>
            <p:cNvSpPr/>
            <p:nvPr/>
          </p:nvSpPr>
          <p:spPr>
            <a:xfrm>
              <a:off x="2917000" y="2835950"/>
              <a:ext cx="85850" cy="99825"/>
            </a:xfrm>
            <a:custGeom>
              <a:avLst/>
              <a:gdLst/>
              <a:ahLst/>
              <a:cxnLst/>
              <a:rect l="l" t="t" r="r" b="b"/>
              <a:pathLst>
                <a:path w="3434" h="3993" extrusionOk="0">
                  <a:moveTo>
                    <a:pt x="3434" y="0"/>
                  </a:moveTo>
                  <a:lnTo>
                    <a:pt x="1" y="2006"/>
                  </a:lnTo>
                  <a:lnTo>
                    <a:pt x="3434" y="3993"/>
                  </a:lnTo>
                  <a:lnTo>
                    <a:pt x="3434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0" name="Google Shape;2770;p64"/>
            <p:cNvSpPr/>
            <p:nvPr/>
          </p:nvSpPr>
          <p:spPr>
            <a:xfrm>
              <a:off x="2801300" y="2835950"/>
              <a:ext cx="86325" cy="99825"/>
            </a:xfrm>
            <a:custGeom>
              <a:avLst/>
              <a:gdLst/>
              <a:ahLst/>
              <a:cxnLst/>
              <a:rect l="l" t="t" r="r" b="b"/>
              <a:pathLst>
                <a:path w="3453" h="3993" extrusionOk="0">
                  <a:moveTo>
                    <a:pt x="3452" y="0"/>
                  </a:moveTo>
                  <a:lnTo>
                    <a:pt x="0" y="2006"/>
                  </a:lnTo>
                  <a:lnTo>
                    <a:pt x="3452" y="3993"/>
                  </a:lnTo>
                  <a:lnTo>
                    <a:pt x="3452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1" name="Google Shape;2771;p64"/>
            <p:cNvSpPr/>
            <p:nvPr/>
          </p:nvSpPr>
          <p:spPr>
            <a:xfrm>
              <a:off x="2685575" y="2835950"/>
              <a:ext cx="86325" cy="99825"/>
            </a:xfrm>
            <a:custGeom>
              <a:avLst/>
              <a:gdLst/>
              <a:ahLst/>
              <a:cxnLst/>
              <a:rect l="l" t="t" r="r" b="b"/>
              <a:pathLst>
                <a:path w="3453" h="3993" extrusionOk="0">
                  <a:moveTo>
                    <a:pt x="3453" y="0"/>
                  </a:moveTo>
                  <a:lnTo>
                    <a:pt x="0" y="2006"/>
                  </a:lnTo>
                  <a:lnTo>
                    <a:pt x="3453" y="3993"/>
                  </a:lnTo>
                  <a:lnTo>
                    <a:pt x="3453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772" name="Google Shape;2772;p64"/>
          <p:cNvSpPr/>
          <p:nvPr/>
        </p:nvSpPr>
        <p:spPr>
          <a:xfrm rot="10800000" flipH="1">
            <a:off x="6498641" y="596700"/>
            <a:ext cx="825452" cy="1673688"/>
          </a:xfrm>
          <a:custGeom>
            <a:avLst/>
            <a:gdLst/>
            <a:ahLst/>
            <a:cxnLst/>
            <a:rect l="l" t="t" r="r" b="b"/>
            <a:pathLst>
              <a:path w="16883" h="34232" fill="none" extrusionOk="0">
                <a:moveTo>
                  <a:pt x="16882" y="34232"/>
                </a:moveTo>
                <a:cubicBezTo>
                  <a:pt x="7517" y="34109"/>
                  <a:pt x="1" y="26494"/>
                  <a:pt x="1" y="17129"/>
                </a:cubicBezTo>
                <a:cubicBezTo>
                  <a:pt x="1" y="7764"/>
                  <a:pt x="7517" y="124"/>
                  <a:pt x="16882" y="1"/>
                </a:cubicBezTo>
              </a:path>
            </a:pathLst>
          </a:custGeom>
          <a:noFill/>
          <a:ln w="85025" cap="flat" cmpd="sng">
            <a:solidFill>
              <a:schemeClr val="lt1"/>
            </a:solidFill>
            <a:prstDash val="solid"/>
            <a:miter lim="24644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73" name="Google Shape;2773;p64"/>
          <p:cNvSpPr/>
          <p:nvPr/>
        </p:nvSpPr>
        <p:spPr>
          <a:xfrm flipH="1">
            <a:off x="7676711" y="2990985"/>
            <a:ext cx="555517" cy="554294"/>
          </a:xfrm>
          <a:custGeom>
            <a:avLst/>
            <a:gdLst/>
            <a:ahLst/>
            <a:cxnLst/>
            <a:rect l="l" t="t" r="r" b="b"/>
            <a:pathLst>
              <a:path w="11362" h="11337" extrusionOk="0">
                <a:moveTo>
                  <a:pt x="11362" y="5668"/>
                </a:moveTo>
                <a:cubicBezTo>
                  <a:pt x="11362" y="8798"/>
                  <a:pt x="8823" y="11337"/>
                  <a:pt x="5669" y="11337"/>
                </a:cubicBezTo>
                <a:cubicBezTo>
                  <a:pt x="2539" y="11337"/>
                  <a:pt x="1" y="8798"/>
                  <a:pt x="1" y="5668"/>
                </a:cubicBezTo>
                <a:cubicBezTo>
                  <a:pt x="1" y="2539"/>
                  <a:pt x="2539" y="0"/>
                  <a:pt x="5669" y="0"/>
                </a:cubicBezTo>
                <a:cubicBezTo>
                  <a:pt x="8823" y="0"/>
                  <a:pt x="11362" y="2539"/>
                  <a:pt x="11362" y="5668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2774" name="Google Shape;2774;p64"/>
          <p:cNvCxnSpPr/>
          <p:nvPr/>
        </p:nvCxnSpPr>
        <p:spPr>
          <a:xfrm>
            <a:off x="1968150" y="3579361"/>
            <a:ext cx="5208300" cy="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775" name="Google Shape;2775;p64"/>
          <p:cNvSpPr/>
          <p:nvPr/>
        </p:nvSpPr>
        <p:spPr>
          <a:xfrm>
            <a:off x="7770424" y="4641864"/>
            <a:ext cx="356100" cy="3561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76" name="Google Shape;2776;p64"/>
          <p:cNvSpPr/>
          <p:nvPr/>
        </p:nvSpPr>
        <p:spPr>
          <a:xfrm rot="-5400000">
            <a:off x="7837924" y="4715039"/>
            <a:ext cx="221100" cy="182100"/>
          </a:xfrm>
          <a:prstGeom prst="homePlate">
            <a:avLst>
              <a:gd name="adj" fmla="val 50000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77" name="Google Shape;2777;p64">
            <a:hlinkClick r:id="rId3" action="ppaction://hlinksldjump"/>
          </p:cNvPr>
          <p:cNvSpPr/>
          <p:nvPr/>
        </p:nvSpPr>
        <p:spPr>
          <a:xfrm>
            <a:off x="7770424" y="4641864"/>
            <a:ext cx="356100" cy="356100"/>
          </a:xfrm>
          <a:prstGeom prst="ellipse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78" name="Google Shape;2778;p64">
            <a:hlinkClick r:id="" action="ppaction://hlinkshowjump?jump=previousslide"/>
          </p:cNvPr>
          <p:cNvSpPr/>
          <p:nvPr/>
        </p:nvSpPr>
        <p:spPr>
          <a:xfrm>
            <a:off x="7462717" y="4728472"/>
            <a:ext cx="158147" cy="182899"/>
          </a:xfrm>
          <a:custGeom>
            <a:avLst/>
            <a:gdLst/>
            <a:ahLst/>
            <a:cxnLst/>
            <a:rect l="l" t="t" r="r" b="b"/>
            <a:pathLst>
              <a:path w="3453" h="3993" extrusionOk="0">
                <a:moveTo>
                  <a:pt x="3453" y="0"/>
                </a:moveTo>
                <a:lnTo>
                  <a:pt x="0" y="2006"/>
                </a:lnTo>
                <a:lnTo>
                  <a:pt x="3453" y="3993"/>
                </a:lnTo>
                <a:lnTo>
                  <a:pt x="3453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79" name="Google Shape;2779;p64">
            <a:hlinkClick r:id="" action="ppaction://hlinkshowjump?jump=nextslide"/>
          </p:cNvPr>
          <p:cNvSpPr/>
          <p:nvPr/>
        </p:nvSpPr>
        <p:spPr>
          <a:xfrm flipH="1">
            <a:off x="8276954" y="4728472"/>
            <a:ext cx="157277" cy="182899"/>
          </a:xfrm>
          <a:custGeom>
            <a:avLst/>
            <a:gdLst/>
            <a:ahLst/>
            <a:cxnLst/>
            <a:rect l="l" t="t" r="r" b="b"/>
            <a:pathLst>
              <a:path w="3434" h="3993" extrusionOk="0">
                <a:moveTo>
                  <a:pt x="3434" y="0"/>
                </a:moveTo>
                <a:lnTo>
                  <a:pt x="1" y="2006"/>
                </a:lnTo>
                <a:lnTo>
                  <a:pt x="3434" y="3993"/>
                </a:lnTo>
                <a:lnTo>
                  <a:pt x="3434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-21600000">
                                      <p:cBhvr>
                                        <p:cTn id="6" dur="1000" fill="hold"/>
                                        <p:tgtEl>
                                          <p:spTgt spid="277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7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" dur="1000"/>
                                        <p:tgtEl>
                                          <p:spTgt spid="27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000"/>
                                        <p:tgtEl>
                                          <p:spTgt spid="27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/>
                                        <p:tgtEl>
                                          <p:spTgt spid="27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/>
                                        <p:tgtEl>
                                          <p:spTgt spid="27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27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27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27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27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27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Data Science Project Proposal XL by Slidesgo">
  <a:themeElements>
    <a:clrScheme name="Simple Light">
      <a:dk1>
        <a:srgbClr val="0E0E0E"/>
      </a:dk1>
      <a:lt1>
        <a:srgbClr val="FFFFFF"/>
      </a:lt1>
      <a:dk2>
        <a:srgbClr val="72F49A"/>
      </a:dk2>
      <a:lt2>
        <a:srgbClr val="47A5F3"/>
      </a:lt2>
      <a:accent1>
        <a:srgbClr val="F341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3229</TotalTime>
  <Words>324</Words>
  <Application>Microsoft Office PowerPoint</Application>
  <PresentationFormat>On-screen Show (16:9)</PresentationFormat>
  <Paragraphs>96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Aldrich</vt:lpstr>
      <vt:lpstr>Arial</vt:lpstr>
      <vt:lpstr>Bai Jamjuree</vt:lpstr>
      <vt:lpstr>Lexend</vt:lpstr>
      <vt:lpstr>Data Science Project Proposal XL by Slidesgo</vt:lpstr>
      <vt:lpstr>SmartFeed: Personalized News Aggregator with Intellegent Recommendation</vt:lpstr>
      <vt:lpstr>TABLE OF CONTENTS</vt:lpstr>
      <vt:lpstr>TABLE OF CONTENTS</vt:lpstr>
      <vt:lpstr>Introduction</vt:lpstr>
      <vt:lpstr>Problem Description</vt:lpstr>
      <vt:lpstr>Methodology</vt:lpstr>
      <vt:lpstr>Microsoft News Dataset (MIND)</vt:lpstr>
      <vt:lpstr>User click History Integration</vt:lpstr>
      <vt:lpstr>Tools and Technology</vt:lpstr>
      <vt:lpstr>Solution Application Area</vt:lpstr>
      <vt:lpstr>Questions?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SmartFeed- Personalized News Aggregator</dc:title>
  <dc:creator>USER</dc:creator>
  <cp:lastModifiedBy>USER</cp:lastModifiedBy>
  <cp:revision>36</cp:revision>
  <dcterms:modified xsi:type="dcterms:W3CDTF">2024-12-13T09:02:19Z</dcterms:modified>
</cp:coreProperties>
</file>